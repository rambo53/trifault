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79" r:id="rId5"/>
    <p:sldId id="693" r:id="rId6"/>
    <p:sldId id="695" r:id="rId7"/>
    <p:sldId id="718" r:id="rId8"/>
    <p:sldId id="1599" r:id="rId9"/>
    <p:sldId id="1600" r:id="rId10"/>
    <p:sldId id="1601" r:id="rId11"/>
    <p:sldId id="1602" r:id="rId12"/>
    <p:sldId id="1603" r:id="rId13"/>
    <p:sldId id="1604" r:id="rId14"/>
    <p:sldId id="1605" r:id="rId15"/>
    <p:sldId id="1606" r:id="rId16"/>
    <p:sldId id="1607" r:id="rId17"/>
    <p:sldId id="1608" r:id="rId18"/>
    <p:sldId id="1609" r:id="rId19"/>
    <p:sldId id="1610" r:id="rId20"/>
    <p:sldId id="1611" r:id="rId21"/>
    <p:sldId id="1612" r:id="rId22"/>
    <p:sldId id="1613" r:id="rId23"/>
    <p:sldId id="1614" r:id="rId24"/>
    <p:sldId id="1615" r:id="rId25"/>
  </p:sldIdLst>
  <p:sldSz cx="12192000" cy="6858000"/>
  <p:notesSz cx="6669088"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2028AB8-FC6D-316B-9D57-6062136B549F}" name="MONTEMBAULT Laure" initials="LM" userId="S::l.montembault@fiteco.com::d4021d2b-9ab9-4f67-b2f8-3b19c182036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4003A"/>
    <a:srgbClr val="FFFFFF"/>
    <a:srgbClr val="5D152C"/>
    <a:srgbClr val="68BBB4"/>
    <a:srgbClr val="555553"/>
    <a:srgbClr val="EE704D"/>
    <a:srgbClr val="F5F5F5"/>
    <a:srgbClr val="FAF9FE"/>
    <a:srgbClr val="99A5D7"/>
    <a:srgbClr val="4174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789B5A-157D-4970-F81F-E8655B0099C6}" v="2" dt="2026-07-15T13:36:23.24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105" d="100"/>
          <a:sy n="105" d="100"/>
        </p:scale>
        <p:origin x="30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OL Lucile" userId="S::lu.fiol@fiteco.com::778d51e7-5060-41a7-a923-b51ba3a4c523" providerId="AD" clId="Web-{F3C39A1F-4907-49B2-9188-B5E7F901939F}"/>
    <pc:docChg chg="addSld modSld sldOrd">
      <pc:chgData name="FIOL Lucile" userId="S::lu.fiol@fiteco.com::778d51e7-5060-41a7-a923-b51ba3a4c523" providerId="AD" clId="Web-{F3C39A1F-4907-49B2-9188-B5E7F901939F}" dt="2026-06-16T07:48:33.865" v="87"/>
      <pc:docMkLst>
        <pc:docMk/>
      </pc:docMkLst>
      <pc:sldChg chg="addSp delSp modSp modNotes">
        <pc:chgData name="FIOL Lucile" userId="S::lu.fiol@fiteco.com::778d51e7-5060-41a7-a923-b51ba3a4c523" providerId="AD" clId="Web-{F3C39A1F-4907-49B2-9188-B5E7F901939F}" dt="2026-06-16T07:46:11.579" v="46"/>
        <pc:sldMkLst>
          <pc:docMk/>
          <pc:sldMk cId="1661632402" sldId="1586"/>
        </pc:sldMkLst>
        <pc:spChg chg="mod">
          <ac:chgData name="FIOL Lucile" userId="S::lu.fiol@fiteco.com::778d51e7-5060-41a7-a923-b51ba3a4c523" providerId="AD" clId="Web-{F3C39A1F-4907-49B2-9188-B5E7F901939F}" dt="2026-06-16T07:45:16.343" v="8" actId="1076"/>
          <ac:spMkLst>
            <pc:docMk/>
            <pc:sldMk cId="1661632402" sldId="1586"/>
            <ac:spMk id="10" creationId="{6D1247CA-1922-7A30-944F-982ECCB91D3D}"/>
          </ac:spMkLst>
        </pc:spChg>
        <pc:picChg chg="add mod">
          <ac:chgData name="FIOL Lucile" userId="S::lu.fiol@fiteco.com::778d51e7-5060-41a7-a923-b51ba3a4c523" providerId="AD" clId="Web-{F3C39A1F-4907-49B2-9188-B5E7F901939F}" dt="2026-06-16T07:45:00.639" v="3" actId="14100"/>
          <ac:picMkLst>
            <pc:docMk/>
            <pc:sldMk cId="1661632402" sldId="1586"/>
            <ac:picMk id="7" creationId="{767BEDEE-D375-C1D6-EFBF-9255129EE1B2}"/>
          </ac:picMkLst>
        </pc:picChg>
        <pc:picChg chg="mod">
          <ac:chgData name="FIOL Lucile" userId="S::lu.fiol@fiteco.com::778d51e7-5060-41a7-a923-b51ba3a4c523" providerId="AD" clId="Web-{F3C39A1F-4907-49B2-9188-B5E7F901939F}" dt="2026-06-16T07:45:04.514" v="4" actId="1076"/>
          <ac:picMkLst>
            <pc:docMk/>
            <pc:sldMk cId="1661632402" sldId="1586"/>
            <ac:picMk id="14" creationId="{DE3E2FFF-C492-AEEE-4FC8-ACD3E57CFEE6}"/>
          </ac:picMkLst>
        </pc:picChg>
      </pc:sldChg>
      <pc:sldChg chg="addSp delSp modSp">
        <pc:chgData name="FIOL Lucile" userId="S::lu.fiol@fiteco.com::778d51e7-5060-41a7-a923-b51ba3a4c523" providerId="AD" clId="Web-{F3C39A1F-4907-49B2-9188-B5E7F901939F}" dt="2026-06-16T07:48:20.318" v="79"/>
        <pc:sldMkLst>
          <pc:docMk/>
          <pc:sldMk cId="220347103" sldId="1587"/>
        </pc:sldMkLst>
        <pc:picChg chg="add mod">
          <ac:chgData name="FIOL Lucile" userId="S::lu.fiol@fiteco.com::778d51e7-5060-41a7-a923-b51ba3a4c523" providerId="AD" clId="Web-{F3C39A1F-4907-49B2-9188-B5E7F901939F}" dt="2026-06-16T07:46:46.002" v="53" actId="1076"/>
          <ac:picMkLst>
            <pc:docMk/>
            <pc:sldMk cId="220347103" sldId="1587"/>
            <ac:picMk id="10" creationId="{C9E35375-C79F-25C8-D05D-CCC70DF4D772}"/>
          </ac:picMkLst>
        </pc:picChg>
        <pc:picChg chg="add mod">
          <ac:chgData name="FIOL Lucile" userId="S::lu.fiol@fiteco.com::778d51e7-5060-41a7-a923-b51ba3a4c523" providerId="AD" clId="Web-{F3C39A1F-4907-49B2-9188-B5E7F901939F}" dt="2026-06-16T07:47:05.128" v="56" actId="1076"/>
          <ac:picMkLst>
            <pc:docMk/>
            <pc:sldMk cId="220347103" sldId="1587"/>
            <ac:picMk id="11" creationId="{A6571673-54B1-75EA-DDB3-F5FAC209FA5B}"/>
          </ac:picMkLst>
        </pc:picChg>
        <pc:inkChg chg="add">
          <ac:chgData name="FIOL Lucile" userId="S::lu.fiol@fiteco.com::778d51e7-5060-41a7-a923-b51ba3a4c523" providerId="AD" clId="Web-{F3C39A1F-4907-49B2-9188-B5E7F901939F}" dt="2026-06-16T07:48:20.318" v="79"/>
          <ac:inkMkLst>
            <pc:docMk/>
            <pc:sldMk cId="220347103" sldId="1587"/>
            <ac:inkMk id="21" creationId="{7620E3F6-6B1C-705C-5903-856844D1B848}"/>
          </ac:inkMkLst>
        </pc:inkChg>
      </pc:sldChg>
      <pc:sldChg chg="addSp delSp add ord replId">
        <pc:chgData name="FIOL Lucile" userId="S::lu.fiol@fiteco.com::778d51e7-5060-41a7-a923-b51ba3a4c523" providerId="AD" clId="Web-{F3C39A1F-4907-49B2-9188-B5E7F901939F}" dt="2026-06-16T07:48:33.865" v="87"/>
        <pc:sldMkLst>
          <pc:docMk/>
          <pc:sldMk cId="3313148241" sldId="1588"/>
        </pc:sldMkLst>
      </pc:sldChg>
    </pc:docChg>
  </pc:docChgLst>
  <pc:docChgLst>
    <pc:chgData name="Guest User" userId="S::urn:spo:tenantanon#c91606e4-f272-4d31-bbfc-820bba825ea5::" providerId="AD" clId="Web-{9589F492-6815-CF88-9445-F6D91030578D}"/>
    <pc:docChg chg="modSld">
      <pc:chgData name="Guest User" userId="S::urn:spo:tenantanon#c91606e4-f272-4d31-bbfc-820bba825ea5::" providerId="AD" clId="Web-{9589F492-6815-CF88-9445-F6D91030578D}" dt="2026-06-25T08:27:38.630" v="0" actId="20577"/>
      <pc:docMkLst>
        <pc:docMk/>
      </pc:docMkLst>
      <pc:sldChg chg="modSp">
        <pc:chgData name="Guest User" userId="S::urn:spo:tenantanon#c91606e4-f272-4d31-bbfc-820bba825ea5::" providerId="AD" clId="Web-{9589F492-6815-CF88-9445-F6D91030578D}" dt="2026-06-25T08:27:38.630" v="0" actId="20577"/>
        <pc:sldMkLst>
          <pc:docMk/>
          <pc:sldMk cId="1611006643" sldId="718"/>
        </pc:sldMkLst>
        <pc:spChg chg="mod">
          <ac:chgData name="Guest User" userId="S::urn:spo:tenantanon#c91606e4-f272-4d31-bbfc-820bba825ea5::" providerId="AD" clId="Web-{9589F492-6815-CF88-9445-F6D91030578D}" dt="2026-06-25T08:27:38.630" v="0" actId="20577"/>
          <ac:spMkLst>
            <pc:docMk/>
            <pc:sldMk cId="1611006643" sldId="718"/>
            <ac:spMk id="5" creationId="{90BC446B-146F-F675-18E0-69E1AC736CE9}"/>
          </ac:spMkLst>
        </pc:spChg>
      </pc:sldChg>
    </pc:docChg>
  </pc:docChgLst>
  <pc:docChgLst>
    <pc:chgData name="CIVET Annaig" userId="S::a.civet@fiteco.com::79765bbd-8b16-459a-bf48-ad0fdd5a89f1" providerId="AD" clId="Web-{E7B07F5C-7CDB-4258-A88F-B5F9813BD0DF}"/>
    <pc:docChg chg="delSld modSld">
      <pc:chgData name="CIVET Annaig" userId="S::a.civet@fiteco.com::79765bbd-8b16-459a-bf48-ad0fdd5a89f1" providerId="AD" clId="Web-{E7B07F5C-7CDB-4258-A88F-B5F9813BD0DF}" dt="2026-06-29T10:23:52.161" v="551"/>
      <pc:docMkLst>
        <pc:docMk/>
      </pc:docMkLst>
      <pc:sldChg chg="modNotes">
        <pc:chgData name="CIVET Annaig" userId="S::a.civet@fiteco.com::79765bbd-8b16-459a-bf48-ad0fdd5a89f1" providerId="AD" clId="Web-{E7B07F5C-7CDB-4258-A88F-B5F9813BD0DF}" dt="2026-06-29T10:23:52.161" v="551"/>
        <pc:sldMkLst>
          <pc:docMk/>
          <pc:sldMk cId="3450440071" sldId="695"/>
        </pc:sldMkLst>
      </pc:sldChg>
      <pc:sldChg chg="modNotes">
        <pc:chgData name="CIVET Annaig" userId="S::a.civet@fiteco.com::79765bbd-8b16-459a-bf48-ad0fdd5a89f1" providerId="AD" clId="Web-{E7B07F5C-7CDB-4258-A88F-B5F9813BD0DF}" dt="2026-06-29T10:21:48.536" v="452"/>
        <pc:sldMkLst>
          <pc:docMk/>
          <pc:sldMk cId="918224039" sldId="696"/>
        </pc:sldMkLst>
      </pc:sldChg>
      <pc:sldChg chg="modSp modNotes">
        <pc:chgData name="CIVET Annaig" userId="S::a.civet@fiteco.com::79765bbd-8b16-459a-bf48-ad0fdd5a89f1" providerId="AD" clId="Web-{E7B07F5C-7CDB-4258-A88F-B5F9813BD0DF}" dt="2026-06-29T10:12:09.646" v="180"/>
        <pc:sldMkLst>
          <pc:docMk/>
          <pc:sldMk cId="547153299" sldId="1566"/>
        </pc:sldMkLst>
        <pc:spChg chg="mod">
          <ac:chgData name="CIVET Annaig" userId="S::a.civet@fiteco.com::79765bbd-8b16-459a-bf48-ad0fdd5a89f1" providerId="AD" clId="Web-{E7B07F5C-7CDB-4258-A88F-B5F9813BD0DF}" dt="2026-06-29T10:11:46.334" v="178" actId="20577"/>
          <ac:spMkLst>
            <pc:docMk/>
            <pc:sldMk cId="547153299" sldId="1566"/>
            <ac:spMk id="3" creationId="{082AE675-6C7A-84A8-75D5-BB0B5E27DAB4}"/>
          </ac:spMkLst>
        </pc:spChg>
      </pc:sldChg>
      <pc:sldChg chg="modSp">
        <pc:chgData name="CIVET Annaig" userId="S::a.civet@fiteco.com::79765bbd-8b16-459a-bf48-ad0fdd5a89f1" providerId="AD" clId="Web-{E7B07F5C-7CDB-4258-A88F-B5F9813BD0DF}" dt="2026-06-29T10:21:27.114" v="450" actId="20577"/>
        <pc:sldMkLst>
          <pc:docMk/>
          <pc:sldMk cId="1527709142" sldId="1567"/>
        </pc:sldMkLst>
        <pc:spChg chg="mod">
          <ac:chgData name="CIVET Annaig" userId="S::a.civet@fiteco.com::79765bbd-8b16-459a-bf48-ad0fdd5a89f1" providerId="AD" clId="Web-{E7B07F5C-7CDB-4258-A88F-B5F9813BD0DF}" dt="2026-06-29T10:21:27.114" v="450" actId="20577"/>
          <ac:spMkLst>
            <pc:docMk/>
            <pc:sldMk cId="1527709142" sldId="1567"/>
            <ac:spMk id="6" creationId="{B6EDF01C-6354-8C8E-553A-1EE196F6F59B}"/>
          </ac:spMkLst>
        </pc:spChg>
      </pc:sldChg>
      <pc:sldChg chg="modSp modNotes">
        <pc:chgData name="CIVET Annaig" userId="S::a.civet@fiteco.com::79765bbd-8b16-459a-bf48-ad0fdd5a89f1" providerId="AD" clId="Web-{E7B07F5C-7CDB-4258-A88F-B5F9813BD0DF}" dt="2026-06-29T10:20:22.646" v="441"/>
        <pc:sldMkLst>
          <pc:docMk/>
          <pc:sldMk cId="571785858" sldId="1571"/>
        </pc:sldMkLst>
        <pc:spChg chg="mod">
          <ac:chgData name="CIVET Annaig" userId="S::a.civet@fiteco.com::79765bbd-8b16-459a-bf48-ad0fdd5a89f1" providerId="AD" clId="Web-{E7B07F5C-7CDB-4258-A88F-B5F9813BD0DF}" dt="2026-06-29T10:18:49.599" v="434" actId="20577"/>
          <ac:spMkLst>
            <pc:docMk/>
            <pc:sldMk cId="571785858" sldId="1571"/>
            <ac:spMk id="5" creationId="{22D74276-7D77-8C41-A29B-114BD0D08202}"/>
          </ac:spMkLst>
        </pc:spChg>
      </pc:sldChg>
      <pc:sldChg chg="modSp modNotes">
        <pc:chgData name="CIVET Annaig" userId="S::a.civet@fiteco.com::79765bbd-8b16-459a-bf48-ad0fdd5a89f1" providerId="AD" clId="Web-{E7B07F5C-7CDB-4258-A88F-B5F9813BD0DF}" dt="2026-06-29T10:10:14.193" v="163"/>
        <pc:sldMkLst>
          <pc:docMk/>
          <pc:sldMk cId="956406968" sldId="1583"/>
        </pc:sldMkLst>
        <pc:spChg chg="mod">
          <ac:chgData name="CIVET Annaig" userId="S::a.civet@fiteco.com::79765bbd-8b16-459a-bf48-ad0fdd5a89f1" providerId="AD" clId="Web-{E7B07F5C-7CDB-4258-A88F-B5F9813BD0DF}" dt="2026-06-29T10:09:56.771" v="161" actId="20577"/>
          <ac:spMkLst>
            <pc:docMk/>
            <pc:sldMk cId="956406968" sldId="1583"/>
            <ac:spMk id="5" creationId="{3BF86695-03CD-2001-8835-11CE8872E3E6}"/>
          </ac:spMkLst>
        </pc:spChg>
      </pc:sldChg>
      <pc:sldChg chg="addSp modSp modNotes">
        <pc:chgData name="CIVET Annaig" userId="S::a.civet@fiteco.com::79765bbd-8b16-459a-bf48-ad0fdd5a89f1" providerId="AD" clId="Web-{E7B07F5C-7CDB-4258-A88F-B5F9813BD0DF}" dt="2026-06-29T10:18:39.974" v="430" actId="1076"/>
        <pc:sldMkLst>
          <pc:docMk/>
          <pc:sldMk cId="643884977" sldId="1596"/>
        </pc:sldMkLst>
        <pc:spChg chg="mod">
          <ac:chgData name="CIVET Annaig" userId="S::a.civet@fiteco.com::79765bbd-8b16-459a-bf48-ad0fdd5a89f1" providerId="AD" clId="Web-{E7B07F5C-7CDB-4258-A88F-B5F9813BD0DF}" dt="2026-06-29T10:18:35.130" v="428" actId="20577"/>
          <ac:spMkLst>
            <pc:docMk/>
            <pc:sldMk cId="643884977" sldId="1596"/>
            <ac:spMk id="4" creationId="{E8881B14-ECAA-39DE-2F6F-13583621320C}"/>
          </ac:spMkLst>
        </pc:spChg>
      </pc:sldChg>
    </pc:docChg>
  </pc:docChgLst>
  <pc:docChgLst>
    <pc:chgData name="Guest User" userId="S::urn:spo:tenantanon#c91606e4-f272-4d31-bbfc-820bba825ea5::" providerId="AD" clId="Web-{E83E33E9-380F-E07D-E9D7-FDD085C691DB}"/>
    <pc:docChg chg="modSld">
      <pc:chgData name="Guest User" userId="S::urn:spo:tenantanon#c91606e4-f272-4d31-bbfc-820bba825ea5::" providerId="AD" clId="Web-{E83E33E9-380F-E07D-E9D7-FDD085C691DB}" dt="2026-06-30T14:39:31.900" v="10" actId="14100"/>
      <pc:docMkLst>
        <pc:docMk/>
      </pc:docMkLst>
      <pc:sldChg chg="addSp modSp">
        <pc:chgData name="Guest User" userId="S::urn:spo:tenantanon#c91606e4-f272-4d31-bbfc-820bba825ea5::" providerId="AD" clId="Web-{E83E33E9-380F-E07D-E9D7-FDD085C691DB}" dt="2026-06-30T14:39:31.900" v="10" actId="14100"/>
        <pc:sldMkLst>
          <pc:docMk/>
          <pc:sldMk cId="2649641721" sldId="276"/>
        </pc:sldMkLst>
        <pc:picChg chg="add mod">
          <ac:chgData name="Guest User" userId="S::urn:spo:tenantanon#c91606e4-f272-4d31-bbfc-820bba825ea5::" providerId="AD" clId="Web-{E83E33E9-380F-E07D-E9D7-FDD085C691DB}" dt="2026-06-30T14:39:31.900" v="10" actId="14100"/>
          <ac:picMkLst>
            <pc:docMk/>
            <pc:sldMk cId="2649641721" sldId="276"/>
            <ac:picMk id="3" creationId="{E928A363-22FF-F71F-9379-162648843199}"/>
          </ac:picMkLst>
        </pc:picChg>
      </pc:sldChg>
    </pc:docChg>
  </pc:docChgLst>
  <pc:docChgLst>
    <pc:chgData name="CIVET Annaig" userId="S::a.civet@fiteco.com::79765bbd-8b16-459a-bf48-ad0fdd5a89f1" providerId="AD" clId="Web-{371D07E7-188A-4858-9E47-796A28B95B18}"/>
    <pc:docChg chg="modSld">
      <pc:chgData name="CIVET Annaig" userId="S::a.civet@fiteco.com::79765bbd-8b16-459a-bf48-ad0fdd5a89f1" providerId="AD" clId="Web-{371D07E7-188A-4858-9E47-796A28B95B18}" dt="2026-06-30T14:08:12.287" v="853"/>
      <pc:docMkLst>
        <pc:docMk/>
      </pc:docMkLst>
      <pc:sldChg chg="modNotes">
        <pc:chgData name="CIVET Annaig" userId="S::a.civet@fiteco.com::79765bbd-8b16-459a-bf48-ad0fdd5a89f1" providerId="AD" clId="Web-{371D07E7-188A-4858-9E47-796A28B95B18}" dt="2026-06-30T13:27:11.486" v="31"/>
        <pc:sldMkLst>
          <pc:docMk/>
          <pc:sldMk cId="3450440071" sldId="695"/>
        </pc:sldMkLst>
      </pc:sldChg>
      <pc:sldChg chg="modNotes">
        <pc:chgData name="CIVET Annaig" userId="S::a.civet@fiteco.com::79765bbd-8b16-459a-bf48-ad0fdd5a89f1" providerId="AD" clId="Web-{371D07E7-188A-4858-9E47-796A28B95B18}" dt="2026-06-30T13:28:42.443" v="57"/>
        <pc:sldMkLst>
          <pc:docMk/>
          <pc:sldMk cId="1611006643" sldId="718"/>
        </pc:sldMkLst>
      </pc:sldChg>
      <pc:sldChg chg="modNotes">
        <pc:chgData name="CIVET Annaig" userId="S::a.civet@fiteco.com::79765bbd-8b16-459a-bf48-ad0fdd5a89f1" providerId="AD" clId="Web-{371D07E7-188A-4858-9E47-796A28B95B18}" dt="2026-06-30T13:57:03.589" v="445"/>
        <pc:sldMkLst>
          <pc:docMk/>
          <pc:sldMk cId="547153299" sldId="1566"/>
        </pc:sldMkLst>
      </pc:sldChg>
      <pc:sldChg chg="modNotes">
        <pc:chgData name="CIVET Annaig" userId="S::a.civet@fiteco.com::79765bbd-8b16-459a-bf48-ad0fdd5a89f1" providerId="AD" clId="Web-{371D07E7-188A-4858-9E47-796A28B95B18}" dt="2026-06-30T14:08:12.287" v="853"/>
        <pc:sldMkLst>
          <pc:docMk/>
          <pc:sldMk cId="1527709142" sldId="1567"/>
        </pc:sldMkLst>
      </pc:sldChg>
      <pc:sldChg chg="modNotes">
        <pc:chgData name="CIVET Annaig" userId="S::a.civet@fiteco.com::79765bbd-8b16-459a-bf48-ad0fdd5a89f1" providerId="AD" clId="Web-{371D07E7-188A-4858-9E47-796A28B95B18}" dt="2026-06-30T14:06:03.485" v="729"/>
        <pc:sldMkLst>
          <pc:docMk/>
          <pc:sldMk cId="571785858" sldId="1571"/>
        </pc:sldMkLst>
      </pc:sldChg>
      <pc:sldChg chg="modNotes">
        <pc:chgData name="CIVET Annaig" userId="S::a.civet@fiteco.com::79765bbd-8b16-459a-bf48-ad0fdd5a89f1" providerId="AD" clId="Web-{371D07E7-188A-4858-9E47-796A28B95B18}" dt="2026-06-30T13:30:47.213" v="95"/>
        <pc:sldMkLst>
          <pc:docMk/>
          <pc:sldMk cId="1242284759" sldId="1582"/>
        </pc:sldMkLst>
      </pc:sldChg>
      <pc:sldChg chg="addSp modSp modNotes">
        <pc:chgData name="CIVET Annaig" userId="S::a.civet@fiteco.com::79765bbd-8b16-459a-bf48-ad0fdd5a89f1" providerId="AD" clId="Web-{371D07E7-188A-4858-9E47-796A28B95B18}" dt="2026-06-30T13:52:10.249" v="406" actId="1076"/>
        <pc:sldMkLst>
          <pc:docMk/>
          <pc:sldMk cId="956406968" sldId="1583"/>
        </pc:sldMkLst>
        <pc:spChg chg="mod">
          <ac:chgData name="CIVET Annaig" userId="S::a.civet@fiteco.com::79765bbd-8b16-459a-bf48-ad0fdd5a89f1" providerId="AD" clId="Web-{371D07E7-188A-4858-9E47-796A28B95B18}" dt="2026-06-30T13:52:08.452" v="405" actId="20577"/>
          <ac:spMkLst>
            <pc:docMk/>
            <pc:sldMk cId="956406968" sldId="1583"/>
            <ac:spMk id="5" creationId="{3BF86695-03CD-2001-8835-11CE8872E3E6}"/>
          </ac:spMkLst>
        </pc:spChg>
        <pc:picChg chg="add mod">
          <ac:chgData name="CIVET Annaig" userId="S::a.civet@fiteco.com::79765bbd-8b16-459a-bf48-ad0fdd5a89f1" providerId="AD" clId="Web-{371D07E7-188A-4858-9E47-796A28B95B18}" dt="2026-06-30T13:52:10.249" v="406" actId="1076"/>
          <ac:picMkLst>
            <pc:docMk/>
            <pc:sldMk cId="956406968" sldId="1583"/>
            <ac:picMk id="2" creationId="{D18C6E3C-5021-EFCE-983C-2D70257E3C04}"/>
          </ac:picMkLst>
        </pc:picChg>
      </pc:sldChg>
      <pc:sldChg chg="modNotes">
        <pc:chgData name="CIVET Annaig" userId="S::a.civet@fiteco.com::79765bbd-8b16-459a-bf48-ad0fdd5a89f1" providerId="AD" clId="Web-{371D07E7-188A-4858-9E47-796A28B95B18}" dt="2026-06-30T13:31:48.685" v="137"/>
        <pc:sldMkLst>
          <pc:docMk/>
          <pc:sldMk cId="1349178301" sldId="1597"/>
        </pc:sldMkLst>
      </pc:sldChg>
      <pc:sldChg chg="modSp modNotes">
        <pc:chgData name="CIVET Annaig" userId="S::a.civet@fiteco.com::79765bbd-8b16-459a-bf48-ad0fdd5a89f1" providerId="AD" clId="Web-{371D07E7-188A-4858-9E47-796A28B95B18}" dt="2026-06-30T13:59:54.002" v="456"/>
        <pc:sldMkLst>
          <pc:docMk/>
          <pc:sldMk cId="2643080757" sldId="1598"/>
        </pc:sldMkLst>
        <pc:spChg chg="mod">
          <ac:chgData name="CIVET Annaig" userId="S::a.civet@fiteco.com::79765bbd-8b16-459a-bf48-ad0fdd5a89f1" providerId="AD" clId="Web-{371D07E7-188A-4858-9E47-796A28B95B18}" dt="2026-06-30T13:58:47.671" v="448" actId="20577"/>
          <ac:spMkLst>
            <pc:docMk/>
            <pc:sldMk cId="2643080757" sldId="1598"/>
            <ac:spMk id="4" creationId="{1185BBCA-09AD-AE2E-B094-4C198B96F38C}"/>
          </ac:spMkLst>
        </pc:spChg>
        <pc:picChg chg="mod">
          <ac:chgData name="CIVET Annaig" userId="S::a.civet@fiteco.com::79765bbd-8b16-459a-bf48-ad0fdd5a89f1" providerId="AD" clId="Web-{371D07E7-188A-4858-9E47-796A28B95B18}" dt="2026-06-30T13:58:52.530" v="450" actId="1076"/>
          <ac:picMkLst>
            <pc:docMk/>
            <pc:sldMk cId="2643080757" sldId="1598"/>
            <ac:picMk id="3" creationId="{98D3E861-273C-FF29-191A-51D368C5B673}"/>
          </ac:picMkLst>
        </pc:picChg>
      </pc:sldChg>
    </pc:docChg>
  </pc:docChgLst>
  <pc:docChgLst>
    <pc:chgData name="Guest User" userId="S::urn:spo:tenantanon#c91606e4-f272-4d31-bbfc-820bba825ea5::" providerId="AD" clId="Web-{C27E81B4-B2A4-07D6-3CFA-CA59C2D57BE4}"/>
    <pc:docChg chg="modSld">
      <pc:chgData name="Guest User" userId="S::urn:spo:tenantanon#c91606e4-f272-4d31-bbfc-820bba825ea5::" providerId="AD" clId="Web-{C27E81B4-B2A4-07D6-3CFA-CA59C2D57BE4}" dt="2026-06-16T06:58:08.379" v="20" actId="20577"/>
      <pc:docMkLst>
        <pc:docMk/>
      </pc:docMkLst>
      <pc:sldChg chg="modSp">
        <pc:chgData name="Guest User" userId="S::urn:spo:tenantanon#c91606e4-f272-4d31-bbfc-820bba825ea5::" providerId="AD" clId="Web-{C27E81B4-B2A4-07D6-3CFA-CA59C2D57BE4}" dt="2026-06-16T06:58:08.379" v="20" actId="20577"/>
        <pc:sldMkLst>
          <pc:docMk/>
          <pc:sldMk cId="4231237559" sldId="1577"/>
        </pc:sldMkLst>
        <pc:spChg chg="mod">
          <ac:chgData name="Guest User" userId="S::urn:spo:tenantanon#c91606e4-f272-4d31-bbfc-820bba825ea5::" providerId="AD" clId="Web-{C27E81B4-B2A4-07D6-3CFA-CA59C2D57BE4}" dt="2026-06-16T06:58:08.379" v="20" actId="20577"/>
          <ac:spMkLst>
            <pc:docMk/>
            <pc:sldMk cId="4231237559" sldId="1577"/>
            <ac:spMk id="10" creationId="{CC07BBB4-51E6-D698-BE30-9F8B8AC9D91B}"/>
          </ac:spMkLst>
        </pc:spChg>
      </pc:sldChg>
    </pc:docChg>
  </pc:docChgLst>
  <pc:docChgLst>
    <pc:chgData name="Guest User" userId="S::urn:spo:tenantanon#c91606e4-f272-4d31-bbfc-820bba825ea5::" providerId="AD" clId="Web-{65528A61-AB65-0BA9-7EE2-24996F41BF45}"/>
    <pc:docChg chg="modSld">
      <pc:chgData name="Guest User" userId="S::urn:spo:tenantanon#c91606e4-f272-4d31-bbfc-820bba825ea5::" providerId="AD" clId="Web-{65528A61-AB65-0BA9-7EE2-24996F41BF45}" dt="2026-06-29T14:48:17.746" v="321" actId="1076"/>
      <pc:docMkLst>
        <pc:docMk/>
      </pc:docMkLst>
      <pc:sldChg chg="modNotes">
        <pc:chgData name="Guest User" userId="S::urn:spo:tenantanon#c91606e4-f272-4d31-bbfc-820bba825ea5::" providerId="AD" clId="Web-{65528A61-AB65-0BA9-7EE2-24996F41BF45}" dt="2026-06-29T14:45:48.507" v="255"/>
        <pc:sldMkLst>
          <pc:docMk/>
          <pc:sldMk cId="217585904" sldId="259"/>
        </pc:sldMkLst>
      </pc:sldChg>
      <pc:sldChg chg="modNotes">
        <pc:chgData name="Guest User" userId="S::urn:spo:tenantanon#c91606e4-f272-4d31-bbfc-820bba825ea5::" providerId="AD" clId="Web-{65528A61-AB65-0BA9-7EE2-24996F41BF45}" dt="2026-06-29T14:34:23.861" v="45"/>
        <pc:sldMkLst>
          <pc:docMk/>
          <pc:sldMk cId="2649641721" sldId="276"/>
        </pc:sldMkLst>
      </pc:sldChg>
      <pc:sldChg chg="modNotes">
        <pc:chgData name="Guest User" userId="S::urn:spo:tenantanon#c91606e4-f272-4d31-bbfc-820bba825ea5::" providerId="AD" clId="Web-{65528A61-AB65-0BA9-7EE2-24996F41BF45}" dt="2026-06-29T14:44:14.504" v="89"/>
        <pc:sldMkLst>
          <pc:docMk/>
          <pc:sldMk cId="174529060" sldId="279"/>
        </pc:sldMkLst>
      </pc:sldChg>
      <pc:sldChg chg="modNotes">
        <pc:chgData name="Guest User" userId="S::urn:spo:tenantanon#c91606e4-f272-4d31-bbfc-820bba825ea5::" providerId="AD" clId="Web-{65528A61-AB65-0BA9-7EE2-24996F41BF45}" dt="2026-06-29T14:36:00.583" v="74"/>
        <pc:sldMkLst>
          <pc:docMk/>
          <pc:sldMk cId="2744281181" sldId="725"/>
        </pc:sldMkLst>
      </pc:sldChg>
      <pc:sldChg chg="addSp modSp">
        <pc:chgData name="Guest User" userId="S::urn:spo:tenantanon#c91606e4-f272-4d31-bbfc-820bba825ea5::" providerId="AD" clId="Web-{65528A61-AB65-0BA9-7EE2-24996F41BF45}" dt="2026-06-29T14:35:28.082" v="57" actId="1076"/>
        <pc:sldMkLst>
          <pc:docMk/>
          <pc:sldMk cId="207500180" sldId="1449"/>
        </pc:sldMkLst>
        <pc:spChg chg="add mod">
          <ac:chgData name="Guest User" userId="S::urn:spo:tenantanon#c91606e4-f272-4d31-bbfc-820bba825ea5::" providerId="AD" clId="Web-{65528A61-AB65-0BA9-7EE2-24996F41BF45}" dt="2026-06-29T14:34:53.753" v="47" actId="1076"/>
          <ac:spMkLst>
            <pc:docMk/>
            <pc:sldMk cId="207500180" sldId="1449"/>
            <ac:spMk id="2" creationId="{5A724E10-DC09-D0E3-61FF-2EE63C8A8182}"/>
          </ac:spMkLst>
        </pc:spChg>
        <pc:spChg chg="mod">
          <ac:chgData name="Guest User" userId="S::urn:spo:tenantanon#c91606e4-f272-4d31-bbfc-820bba825ea5::" providerId="AD" clId="Web-{65528A61-AB65-0BA9-7EE2-24996F41BF45}" dt="2026-06-29T14:35:04.738" v="51" actId="1076"/>
          <ac:spMkLst>
            <pc:docMk/>
            <pc:sldMk cId="207500180" sldId="1449"/>
            <ac:spMk id="12" creationId="{3B546F63-251A-6C9B-4141-944CA3C5FC47}"/>
          </ac:spMkLst>
        </pc:spChg>
        <pc:picChg chg="mod">
          <ac:chgData name="Guest User" userId="S::urn:spo:tenantanon#c91606e4-f272-4d31-bbfc-820bba825ea5::" providerId="AD" clId="Web-{65528A61-AB65-0BA9-7EE2-24996F41BF45}" dt="2026-06-29T14:35:28.082" v="57" actId="1076"/>
          <ac:picMkLst>
            <pc:docMk/>
            <pc:sldMk cId="207500180" sldId="1449"/>
            <ac:picMk id="9" creationId="{3D1881C3-5C51-A03B-743D-DA2E58F1894A}"/>
          </ac:picMkLst>
        </pc:picChg>
        <pc:picChg chg="mod">
          <ac:chgData name="Guest User" userId="S::urn:spo:tenantanon#c91606e4-f272-4d31-bbfc-820bba825ea5::" providerId="AD" clId="Web-{65528A61-AB65-0BA9-7EE2-24996F41BF45}" dt="2026-06-29T14:35:18.363" v="54" actId="1076"/>
          <ac:picMkLst>
            <pc:docMk/>
            <pc:sldMk cId="207500180" sldId="1449"/>
            <ac:picMk id="10" creationId="{5569EEC4-3054-12B9-FA83-ED6D296CAD9C}"/>
          </ac:picMkLst>
        </pc:picChg>
      </pc:sldChg>
      <pc:sldChg chg="modSp">
        <pc:chgData name="Guest User" userId="S::urn:spo:tenantanon#c91606e4-f272-4d31-bbfc-820bba825ea5::" providerId="AD" clId="Web-{65528A61-AB65-0BA9-7EE2-24996F41BF45}" dt="2026-06-29T14:48:17.746" v="321" actId="1076"/>
        <pc:sldMkLst>
          <pc:docMk/>
          <pc:sldMk cId="1527709142" sldId="1567"/>
        </pc:sldMkLst>
        <pc:spChg chg="mod">
          <ac:chgData name="Guest User" userId="S::urn:spo:tenantanon#c91606e4-f272-4d31-bbfc-820bba825ea5::" providerId="AD" clId="Web-{65528A61-AB65-0BA9-7EE2-24996F41BF45}" dt="2026-06-29T14:48:17.746" v="321" actId="1076"/>
          <ac:spMkLst>
            <pc:docMk/>
            <pc:sldMk cId="1527709142" sldId="1567"/>
            <ac:spMk id="2" creationId="{8879EEC8-5C0A-8781-B433-D4117E993729}"/>
          </ac:spMkLst>
        </pc:spChg>
        <pc:spChg chg="mod">
          <ac:chgData name="Guest User" userId="S::urn:spo:tenantanon#c91606e4-f272-4d31-bbfc-820bba825ea5::" providerId="AD" clId="Web-{65528A61-AB65-0BA9-7EE2-24996F41BF45}" dt="2026-06-29T14:47:57.574" v="302" actId="20577"/>
          <ac:spMkLst>
            <pc:docMk/>
            <pc:sldMk cId="1527709142" sldId="1567"/>
            <ac:spMk id="6" creationId="{B6EDF01C-6354-8C8E-553A-1EE196F6F59B}"/>
          </ac:spMkLst>
        </pc:spChg>
        <pc:spChg chg="mod">
          <ac:chgData name="Guest User" userId="S::urn:spo:tenantanon#c91606e4-f272-4d31-bbfc-820bba825ea5::" providerId="AD" clId="Web-{65528A61-AB65-0BA9-7EE2-24996F41BF45}" dt="2026-06-29T14:48:15.434" v="320" actId="20577"/>
          <ac:spMkLst>
            <pc:docMk/>
            <pc:sldMk cId="1527709142" sldId="1567"/>
            <ac:spMk id="7" creationId="{DF904A79-A209-0152-3333-4898F6FACB79}"/>
          </ac:spMkLst>
        </pc:spChg>
      </pc:sldChg>
      <pc:sldChg chg="modNotes">
        <pc:chgData name="Guest User" userId="S::urn:spo:tenantanon#c91606e4-f272-4d31-bbfc-820bba825ea5::" providerId="AD" clId="Web-{65528A61-AB65-0BA9-7EE2-24996F41BF45}" dt="2026-06-29T14:47:37.464" v="296"/>
        <pc:sldMkLst>
          <pc:docMk/>
          <pc:sldMk cId="571785858" sldId="1571"/>
        </pc:sldMkLst>
      </pc:sldChg>
    </pc:docChg>
  </pc:docChgLst>
  <pc:docChgLst>
    <pc:chgData name="CIVET Annaig" userId="S::a.civet@fiteco.com::79765bbd-8b16-459a-bf48-ad0fdd5a89f1" providerId="AD" clId="Web-{7C5ADCFE-AFAE-4BF0-8AFF-45C50588F79D}"/>
    <pc:docChg chg="modSld">
      <pc:chgData name="CIVET Annaig" userId="S::a.civet@fiteco.com::79765bbd-8b16-459a-bf48-ad0fdd5a89f1" providerId="AD" clId="Web-{7C5ADCFE-AFAE-4BF0-8AFF-45C50588F79D}" dt="2026-06-24T14:35:17.800" v="48"/>
      <pc:docMkLst>
        <pc:docMk/>
      </pc:docMkLst>
      <pc:sldChg chg="modSp modNotes">
        <pc:chgData name="CIVET Annaig" userId="S::a.civet@fiteco.com::79765bbd-8b16-459a-bf48-ad0fdd5a89f1" providerId="AD" clId="Web-{7C5ADCFE-AFAE-4BF0-8AFF-45C50588F79D}" dt="2026-06-24T14:35:17.800" v="48"/>
        <pc:sldMkLst>
          <pc:docMk/>
          <pc:sldMk cId="1611006643" sldId="718"/>
        </pc:sldMkLst>
        <pc:spChg chg="mod">
          <ac:chgData name="CIVET Annaig" userId="S::a.civet@fiteco.com::79765bbd-8b16-459a-bf48-ad0fdd5a89f1" providerId="AD" clId="Web-{7C5ADCFE-AFAE-4BF0-8AFF-45C50588F79D}" dt="2026-06-24T14:33:16.952" v="5"/>
          <ac:spMkLst>
            <pc:docMk/>
            <pc:sldMk cId="1611006643" sldId="718"/>
            <ac:spMk id="5" creationId="{90BC446B-146F-F675-18E0-69E1AC736CE9}"/>
          </ac:spMkLst>
        </pc:spChg>
      </pc:sldChg>
    </pc:docChg>
  </pc:docChgLst>
  <pc:docChgLst>
    <pc:chgData name="CIVET Annaig" userId="S::a.civet@fiteco.com::79765bbd-8b16-459a-bf48-ad0fdd5a89f1" providerId="AD" clId="Web-{8D05B393-AF4D-4025-B3E5-35F13B63945A}"/>
    <pc:docChg chg="modSld">
      <pc:chgData name="CIVET Annaig" userId="S::a.civet@fiteco.com::79765bbd-8b16-459a-bf48-ad0fdd5a89f1" providerId="AD" clId="Web-{8D05B393-AF4D-4025-B3E5-35F13B63945A}" dt="2026-06-23T14:06:32.007" v="58" actId="20577"/>
      <pc:docMkLst>
        <pc:docMk/>
      </pc:docMkLst>
      <pc:sldChg chg="modSp">
        <pc:chgData name="CIVET Annaig" userId="S::a.civet@fiteco.com::79765bbd-8b16-459a-bf48-ad0fdd5a89f1" providerId="AD" clId="Web-{8D05B393-AF4D-4025-B3E5-35F13B63945A}" dt="2026-06-23T14:06:32.007" v="58" actId="20577"/>
        <pc:sldMkLst>
          <pc:docMk/>
          <pc:sldMk cId="1242284759" sldId="1582"/>
        </pc:sldMkLst>
        <pc:spChg chg="mod">
          <ac:chgData name="CIVET Annaig" userId="S::a.civet@fiteco.com::79765bbd-8b16-459a-bf48-ad0fdd5a89f1" providerId="AD" clId="Web-{8D05B393-AF4D-4025-B3E5-35F13B63945A}" dt="2026-06-23T14:06:32.007" v="58" actId="20577"/>
          <ac:spMkLst>
            <pc:docMk/>
            <pc:sldMk cId="1242284759" sldId="1582"/>
            <ac:spMk id="5" creationId="{0D113E80-54F9-85D1-0F93-ACB53E17AA61}"/>
          </ac:spMkLst>
        </pc:spChg>
      </pc:sldChg>
    </pc:docChg>
  </pc:docChgLst>
  <pc:docChgLst>
    <pc:chgData name="FIOL Lucile" userId="S::lu.fiol@fiteco.com::778d51e7-5060-41a7-a923-b51ba3a4c523" providerId="AD" clId="Web-{B80CBDF9-B04C-4049-B03A-9C7227150BDD}"/>
    <pc:docChg chg="addSld delSld modSld sldOrd">
      <pc:chgData name="FIOL Lucile" userId="S::lu.fiol@fiteco.com::778d51e7-5060-41a7-a923-b51ba3a4c523" providerId="AD" clId="Web-{B80CBDF9-B04C-4049-B03A-9C7227150BDD}" dt="2026-06-15T15:33:08.547" v="249"/>
      <pc:docMkLst>
        <pc:docMk/>
      </pc:docMkLst>
      <pc:sldChg chg="addSp delSp modSp modNotes">
        <pc:chgData name="FIOL Lucile" userId="S::lu.fiol@fiteco.com::778d51e7-5060-41a7-a923-b51ba3a4c523" providerId="AD" clId="Web-{B80CBDF9-B04C-4049-B03A-9C7227150BDD}" dt="2026-06-15T15:30:04.244" v="209" actId="1076"/>
        <pc:sldMkLst>
          <pc:docMk/>
          <pc:sldMk cId="207500180" sldId="1449"/>
        </pc:sldMkLst>
        <pc:spChg chg="mod">
          <ac:chgData name="FIOL Lucile" userId="S::lu.fiol@fiteco.com::778d51e7-5060-41a7-a923-b51ba3a4c523" providerId="AD" clId="Web-{B80CBDF9-B04C-4049-B03A-9C7227150BDD}" dt="2026-06-15T15:26:39.374" v="158" actId="20577"/>
          <ac:spMkLst>
            <pc:docMk/>
            <pc:sldMk cId="207500180" sldId="1449"/>
            <ac:spMk id="5" creationId="{0976ADBD-4EA0-8785-E3D5-416554E0D0BD}"/>
          </ac:spMkLst>
        </pc:spChg>
        <pc:spChg chg="add mod">
          <ac:chgData name="FIOL Lucile" userId="S::lu.fiol@fiteco.com::778d51e7-5060-41a7-a923-b51ba3a4c523" providerId="AD" clId="Web-{B80CBDF9-B04C-4049-B03A-9C7227150BDD}" dt="2026-06-15T15:29:13.492" v="185" actId="1076"/>
          <ac:spMkLst>
            <pc:docMk/>
            <pc:sldMk cId="207500180" sldId="1449"/>
            <ac:spMk id="12" creationId="{3B546F63-251A-6C9B-4141-944CA3C5FC47}"/>
          </ac:spMkLst>
        </pc:spChg>
        <pc:spChg chg="add mod">
          <ac:chgData name="FIOL Lucile" userId="S::lu.fiol@fiteco.com::778d51e7-5060-41a7-a923-b51ba3a4c523" providerId="AD" clId="Web-{B80CBDF9-B04C-4049-B03A-9C7227150BDD}" dt="2026-06-15T15:29:38.946" v="192" actId="20577"/>
          <ac:spMkLst>
            <pc:docMk/>
            <pc:sldMk cId="207500180" sldId="1449"/>
            <ac:spMk id="14" creationId="{D81F7D77-FF8A-F6F4-7ADF-9E9260790349}"/>
          </ac:spMkLst>
        </pc:spChg>
        <pc:spChg chg="add mod">
          <ac:chgData name="FIOL Lucile" userId="S::lu.fiol@fiteco.com::778d51e7-5060-41a7-a923-b51ba3a4c523" providerId="AD" clId="Web-{B80CBDF9-B04C-4049-B03A-9C7227150BDD}" dt="2026-06-15T15:29:50.822" v="197" actId="20577"/>
          <ac:spMkLst>
            <pc:docMk/>
            <pc:sldMk cId="207500180" sldId="1449"/>
            <ac:spMk id="15" creationId="{A1AEF71E-C292-D267-A726-FFE28585CFD7}"/>
          </ac:spMkLst>
        </pc:spChg>
        <pc:spChg chg="add mod">
          <ac:chgData name="FIOL Lucile" userId="S::lu.fiol@fiteco.com::778d51e7-5060-41a7-a923-b51ba3a4c523" providerId="AD" clId="Web-{B80CBDF9-B04C-4049-B03A-9C7227150BDD}" dt="2026-06-15T15:30:04.244" v="209" actId="1076"/>
          <ac:spMkLst>
            <pc:docMk/>
            <pc:sldMk cId="207500180" sldId="1449"/>
            <ac:spMk id="16" creationId="{543FC51F-185E-27C2-1EFE-DA7B6E475147}"/>
          </ac:spMkLst>
        </pc:spChg>
        <pc:picChg chg="add mod">
          <ac:chgData name="FIOL Lucile" userId="S::lu.fiol@fiteco.com::778d51e7-5060-41a7-a923-b51ba3a4c523" providerId="AD" clId="Web-{B80CBDF9-B04C-4049-B03A-9C7227150BDD}" dt="2026-06-15T15:29:14.445" v="186" actId="1076"/>
          <ac:picMkLst>
            <pc:docMk/>
            <pc:sldMk cId="207500180" sldId="1449"/>
            <ac:picMk id="9" creationId="{3D1881C3-5C51-A03B-743D-DA2E58F1894A}"/>
          </ac:picMkLst>
        </pc:picChg>
        <pc:picChg chg="add mod">
          <ac:chgData name="FIOL Lucile" userId="S::lu.fiol@fiteco.com::778d51e7-5060-41a7-a923-b51ba3a4c523" providerId="AD" clId="Web-{B80CBDF9-B04C-4049-B03A-9C7227150BDD}" dt="2026-06-15T15:28:29.834" v="177" actId="1076"/>
          <ac:picMkLst>
            <pc:docMk/>
            <pc:sldMk cId="207500180" sldId="1449"/>
            <ac:picMk id="10" creationId="{5569EEC4-3054-12B9-FA83-ED6D296CAD9C}"/>
          </ac:picMkLst>
        </pc:picChg>
        <pc:picChg chg="add mod">
          <ac:chgData name="FIOL Lucile" userId="S::lu.fiol@fiteco.com::778d51e7-5060-41a7-a923-b51ba3a4c523" providerId="AD" clId="Web-{B80CBDF9-B04C-4049-B03A-9C7227150BDD}" dt="2026-06-15T15:29:06.335" v="183" actId="1076"/>
          <ac:picMkLst>
            <pc:docMk/>
            <pc:sldMk cId="207500180" sldId="1449"/>
            <ac:picMk id="13" creationId="{D43A2F42-1927-AD62-A8AD-F4F72A762E8D}"/>
          </ac:picMkLst>
        </pc:picChg>
      </pc:sldChg>
      <pc:sldChg chg="modSp modNotes">
        <pc:chgData name="FIOL Lucile" userId="S::lu.fiol@fiteco.com::778d51e7-5060-41a7-a923-b51ba3a4c523" providerId="AD" clId="Web-{B80CBDF9-B04C-4049-B03A-9C7227150BDD}" dt="2026-06-15T15:33:08.547" v="249"/>
        <pc:sldMkLst>
          <pc:docMk/>
          <pc:sldMk cId="3455953625" sldId="1450"/>
        </pc:sldMkLst>
        <pc:spChg chg="mod">
          <ac:chgData name="FIOL Lucile" userId="S::lu.fiol@fiteco.com::778d51e7-5060-41a7-a923-b51ba3a4c523" providerId="AD" clId="Web-{B80CBDF9-B04C-4049-B03A-9C7227150BDD}" dt="2026-06-15T15:33:06.203" v="248" actId="20577"/>
          <ac:spMkLst>
            <pc:docMk/>
            <pc:sldMk cId="3455953625" sldId="1450"/>
            <ac:spMk id="2" creationId="{D92689BF-6A74-6FB7-995A-6106784D32E7}"/>
          </ac:spMkLst>
        </pc:spChg>
        <pc:spChg chg="mod">
          <ac:chgData name="FIOL Lucile" userId="S::lu.fiol@fiteco.com::778d51e7-5060-41a7-a923-b51ba3a4c523" providerId="AD" clId="Web-{B80CBDF9-B04C-4049-B03A-9C7227150BDD}" dt="2026-06-15T15:31:28.185" v="222" actId="20577"/>
          <ac:spMkLst>
            <pc:docMk/>
            <pc:sldMk cId="3455953625" sldId="1450"/>
            <ac:spMk id="5" creationId="{181C5780-9211-5EC6-66E1-AC52E95167C8}"/>
          </ac:spMkLst>
        </pc:spChg>
      </pc:sldChg>
      <pc:sldChg chg="addSp delSp modSp modNotes">
        <pc:chgData name="FIOL Lucile" userId="S::lu.fiol@fiteco.com::778d51e7-5060-41a7-a923-b51ba3a4c523" providerId="AD" clId="Web-{B80CBDF9-B04C-4049-B03A-9C7227150BDD}" dt="2026-06-15T15:18:25.926" v="92"/>
        <pc:sldMkLst>
          <pc:docMk/>
          <pc:sldMk cId="1709385313" sldId="1523"/>
        </pc:sldMkLst>
        <pc:picChg chg="add mod">
          <ac:chgData name="FIOL Lucile" userId="S::lu.fiol@fiteco.com::778d51e7-5060-41a7-a923-b51ba3a4c523" providerId="AD" clId="Web-{B80CBDF9-B04C-4049-B03A-9C7227150BDD}" dt="2026-06-15T15:12:22.823" v="30" actId="1076"/>
          <ac:picMkLst>
            <pc:docMk/>
            <pc:sldMk cId="1709385313" sldId="1523"/>
            <ac:picMk id="12" creationId="{2D3AD15C-C52B-0FB5-09A1-E913F413DDCB}"/>
          </ac:picMkLst>
        </pc:picChg>
        <pc:picChg chg="add mod">
          <ac:chgData name="FIOL Lucile" userId="S::lu.fiol@fiteco.com::778d51e7-5060-41a7-a923-b51ba3a4c523" providerId="AD" clId="Web-{B80CBDF9-B04C-4049-B03A-9C7227150BDD}" dt="2026-06-15T15:12:25.026" v="31" actId="1076"/>
          <ac:picMkLst>
            <pc:docMk/>
            <pc:sldMk cId="1709385313" sldId="1523"/>
            <ac:picMk id="14" creationId="{7611F9F2-E5C1-4C91-670E-40C35D4AF894}"/>
          </ac:picMkLst>
        </pc:picChg>
      </pc:sldChg>
      <pc:sldChg chg="addSp delSp modSp ord modNotes">
        <pc:chgData name="FIOL Lucile" userId="S::lu.fiol@fiteco.com::778d51e7-5060-41a7-a923-b51ba3a4c523" providerId="AD" clId="Web-{B80CBDF9-B04C-4049-B03A-9C7227150BDD}" dt="2026-06-15T15:17:02.488" v="58"/>
        <pc:sldMkLst>
          <pc:docMk/>
          <pc:sldMk cId="556308043" sldId="1569"/>
        </pc:sldMkLst>
        <pc:spChg chg="mod">
          <ac:chgData name="FIOL Lucile" userId="S::lu.fiol@fiteco.com::778d51e7-5060-41a7-a923-b51ba3a4c523" providerId="AD" clId="Web-{B80CBDF9-B04C-4049-B03A-9C7227150BDD}" dt="2026-06-15T15:12:53.699" v="38" actId="1076"/>
          <ac:spMkLst>
            <pc:docMk/>
            <pc:sldMk cId="556308043" sldId="1569"/>
            <ac:spMk id="9" creationId="{F6D9A597-CD85-B571-2228-485E8CB1A5A6}"/>
          </ac:spMkLst>
        </pc:spChg>
        <pc:spChg chg="mod">
          <ac:chgData name="FIOL Lucile" userId="S::lu.fiol@fiteco.com::778d51e7-5060-41a7-a923-b51ba3a4c523" providerId="AD" clId="Web-{B80CBDF9-B04C-4049-B03A-9C7227150BDD}" dt="2026-06-15T15:12:55.153" v="39" actId="1076"/>
          <ac:spMkLst>
            <pc:docMk/>
            <pc:sldMk cId="556308043" sldId="1569"/>
            <ac:spMk id="10" creationId="{FE75E10E-ED9C-57CE-BAC8-93F844205D88}"/>
          </ac:spMkLst>
        </pc:spChg>
        <pc:picChg chg="mod">
          <ac:chgData name="FIOL Lucile" userId="S::lu.fiol@fiteco.com::778d51e7-5060-41a7-a923-b51ba3a4c523" providerId="AD" clId="Web-{B80CBDF9-B04C-4049-B03A-9C7227150BDD}" dt="2026-06-15T15:12:29.370" v="34" actId="1076"/>
          <ac:picMkLst>
            <pc:docMk/>
            <pc:sldMk cId="556308043" sldId="1569"/>
            <ac:picMk id="12" creationId="{BECACDD5-98BF-0167-8AAC-B2F89CB83885}"/>
          </ac:picMkLst>
        </pc:picChg>
        <pc:picChg chg="mod">
          <ac:chgData name="FIOL Lucile" userId="S::lu.fiol@fiteco.com::778d51e7-5060-41a7-a923-b51ba3a4c523" providerId="AD" clId="Web-{B80CBDF9-B04C-4049-B03A-9C7227150BDD}" dt="2026-06-15T15:08:16.699" v="2" actId="1076"/>
          <ac:picMkLst>
            <pc:docMk/>
            <pc:sldMk cId="556308043" sldId="1569"/>
            <ac:picMk id="13" creationId="{C8EA1C00-0635-403C-9C18-81343538552C}"/>
          </ac:picMkLst>
        </pc:picChg>
        <pc:picChg chg="mod">
          <ac:chgData name="FIOL Lucile" userId="S::lu.fiol@fiteco.com::778d51e7-5060-41a7-a923-b51ba3a4c523" providerId="AD" clId="Web-{B80CBDF9-B04C-4049-B03A-9C7227150BDD}" dt="2026-06-15T15:08:21.793" v="5" actId="1076"/>
          <ac:picMkLst>
            <pc:docMk/>
            <pc:sldMk cId="556308043" sldId="1569"/>
            <ac:picMk id="14" creationId="{7816949C-38BF-23FA-BDE0-C6FB1D19C417}"/>
          </ac:picMkLst>
        </pc:picChg>
      </pc:sldChg>
      <pc:sldChg chg="addSp modSp add ord replId modNotes">
        <pc:chgData name="FIOL Lucile" userId="S::lu.fiol@fiteco.com::778d51e7-5060-41a7-a923-b51ba3a4c523" providerId="AD" clId="Web-{B80CBDF9-B04C-4049-B03A-9C7227150BDD}" dt="2026-06-15T15:26:03.199" v="155" actId="1076"/>
        <pc:sldMkLst>
          <pc:docMk/>
          <pc:sldMk cId="3075828907" sldId="1584"/>
        </pc:sldMkLst>
        <pc:spChg chg="add mod">
          <ac:chgData name="FIOL Lucile" userId="S::lu.fiol@fiteco.com::778d51e7-5060-41a7-a923-b51ba3a4c523" providerId="AD" clId="Web-{B80CBDF9-B04C-4049-B03A-9C7227150BDD}" dt="2026-06-15T15:26:03.199" v="155" actId="1076"/>
          <ac:spMkLst>
            <pc:docMk/>
            <pc:sldMk cId="3075828907" sldId="1584"/>
            <ac:spMk id="2" creationId="{CB75B50C-9017-5BF9-16EA-E1DEDE28CBBE}"/>
          </ac:spMkLst>
        </pc:spChg>
        <pc:spChg chg="mod">
          <ac:chgData name="FIOL Lucile" userId="S::lu.fiol@fiteco.com::778d51e7-5060-41a7-a923-b51ba3a4c523" providerId="AD" clId="Web-{B80CBDF9-B04C-4049-B03A-9C7227150BDD}" dt="2026-06-15T15:24:09.368" v="136" actId="20577"/>
          <ac:spMkLst>
            <pc:docMk/>
            <pc:sldMk cId="3075828907" sldId="1584"/>
            <ac:spMk id="5" creationId="{894C156B-0AE0-94A9-9C47-E3BF99B3DDF4}"/>
          </ac:spMkLst>
        </pc:spChg>
        <pc:spChg chg="mod">
          <ac:chgData name="FIOL Lucile" userId="S::lu.fiol@fiteco.com::778d51e7-5060-41a7-a923-b51ba3a4c523" providerId="AD" clId="Web-{B80CBDF9-B04C-4049-B03A-9C7227150BDD}" dt="2026-06-15T15:17:09.535" v="62" actId="20577"/>
          <ac:spMkLst>
            <pc:docMk/>
            <pc:sldMk cId="3075828907" sldId="1584"/>
            <ac:spMk id="6" creationId="{FAAD0B1E-E06A-9BED-3B55-A3E4A877F321}"/>
          </ac:spMkLst>
        </pc:spChg>
        <pc:spChg chg="mod">
          <ac:chgData name="FIOL Lucile" userId="S::lu.fiol@fiteco.com::778d51e7-5060-41a7-a923-b51ba3a4c523" providerId="AD" clId="Web-{B80CBDF9-B04C-4049-B03A-9C7227150BDD}" dt="2026-06-15T15:17:18.582" v="67" actId="1076"/>
          <ac:spMkLst>
            <pc:docMk/>
            <pc:sldMk cId="3075828907" sldId="1584"/>
            <ac:spMk id="7" creationId="{C1479303-9573-91C8-DAF0-EAD1CE8680B5}"/>
          </ac:spMkLst>
        </pc:spChg>
      </pc:sldChg>
      <pc:sldChg chg="delSp modSp add replId modNotes">
        <pc:chgData name="FIOL Lucile" userId="S::lu.fiol@fiteco.com::778d51e7-5060-41a7-a923-b51ba3a4c523" providerId="AD" clId="Web-{B80CBDF9-B04C-4049-B03A-9C7227150BDD}" dt="2026-06-15T15:32:22.999" v="239" actId="20577"/>
        <pc:sldMkLst>
          <pc:docMk/>
          <pc:sldMk cId="2142137114" sldId="1585"/>
        </pc:sldMkLst>
        <pc:spChg chg="mod">
          <ac:chgData name="FIOL Lucile" userId="S::lu.fiol@fiteco.com::778d51e7-5060-41a7-a923-b51ba3a4c523" providerId="AD" clId="Web-{B80CBDF9-B04C-4049-B03A-9C7227150BDD}" dt="2026-06-15T15:32:22.999" v="239" actId="20577"/>
          <ac:spMkLst>
            <pc:docMk/>
            <pc:sldMk cId="2142137114" sldId="1585"/>
            <ac:spMk id="5" creationId="{006B76A7-D23F-9DAC-A2FC-AB6C51E2BD7A}"/>
          </ac:spMkLst>
        </pc:spChg>
      </pc:sldChg>
    </pc:docChg>
  </pc:docChgLst>
  <pc:docChgLst>
    <pc:chgData name="Guest User" userId="S::urn:spo:tenantanon#c91606e4-f272-4d31-bbfc-820bba825ea5::" providerId="AD" clId="Web-{F4912651-3C4E-EDFA-0445-2217E4237FE0}"/>
    <pc:docChg chg="modSld">
      <pc:chgData name="Guest User" userId="S::urn:spo:tenantanon#c91606e4-f272-4d31-bbfc-820bba825ea5::" providerId="AD" clId="Web-{F4912651-3C4E-EDFA-0445-2217E4237FE0}" dt="2026-06-30T11:47:04.035" v="6" actId="20577"/>
      <pc:docMkLst>
        <pc:docMk/>
      </pc:docMkLst>
      <pc:sldChg chg="modSp">
        <pc:chgData name="Guest User" userId="S::urn:spo:tenantanon#c91606e4-f272-4d31-bbfc-820bba825ea5::" providerId="AD" clId="Web-{F4912651-3C4E-EDFA-0445-2217E4237FE0}" dt="2026-06-30T11:47:04.035" v="6" actId="20577"/>
        <pc:sldMkLst>
          <pc:docMk/>
          <pc:sldMk cId="1611006643" sldId="718"/>
        </pc:sldMkLst>
        <pc:spChg chg="mod">
          <ac:chgData name="Guest User" userId="S::urn:spo:tenantanon#c91606e4-f272-4d31-bbfc-820bba825ea5::" providerId="AD" clId="Web-{F4912651-3C4E-EDFA-0445-2217E4237FE0}" dt="2026-06-30T11:47:04.035" v="6" actId="20577"/>
          <ac:spMkLst>
            <pc:docMk/>
            <pc:sldMk cId="1611006643" sldId="718"/>
            <ac:spMk id="5" creationId="{90BC446B-146F-F675-18E0-69E1AC736CE9}"/>
          </ac:spMkLst>
        </pc:spChg>
      </pc:sldChg>
    </pc:docChg>
  </pc:docChgLst>
  <pc:docChgLst>
    <pc:chgData name="Guest User" userId="S::urn:spo:tenantanon#c91606e4-f272-4d31-bbfc-820bba825ea5::" providerId="AD" clId="Web-{7602AA5E-C3FF-85AC-98B6-801018C2A8F4}"/>
    <pc:docChg chg="modSld">
      <pc:chgData name="Guest User" userId="S::urn:spo:tenantanon#c91606e4-f272-4d31-bbfc-820bba825ea5::" providerId="AD" clId="Web-{7602AA5E-C3FF-85AC-98B6-801018C2A8F4}" dt="2026-07-15T13:47:26.948" v="2"/>
      <pc:docMkLst>
        <pc:docMk/>
      </pc:docMkLst>
      <pc:sldChg chg="modNotes">
        <pc:chgData name="Guest User" userId="S::urn:spo:tenantanon#c91606e4-f272-4d31-bbfc-820bba825ea5::" providerId="AD" clId="Web-{7602AA5E-C3FF-85AC-98B6-801018C2A8F4}" dt="2026-07-15T13:47:26.948" v="2"/>
        <pc:sldMkLst>
          <pc:docMk/>
          <pc:sldMk cId="2643080757" sldId="1598"/>
        </pc:sldMkLst>
      </pc:sldChg>
    </pc:docChg>
  </pc:docChgLst>
  <pc:docChgLst>
    <pc:chgData name="Guest User" userId="S::urn:spo:tenantanon#c91606e4-f272-4d31-bbfc-820bba825ea5::" providerId="AD" clId="Web-{E777A93E-18ED-D855-F23F-52B1BFE1FB87}"/>
    <pc:docChg chg="delSld modSld">
      <pc:chgData name="Guest User" userId="S::urn:spo:tenantanon#c91606e4-f272-4d31-bbfc-820bba825ea5::" providerId="AD" clId="Web-{E777A93E-18ED-D855-F23F-52B1BFE1FB87}" dt="2026-06-29T07:55:17.689" v="65" actId="1076"/>
      <pc:docMkLst>
        <pc:docMk/>
      </pc:docMkLst>
      <pc:sldChg chg="modNotes">
        <pc:chgData name="Guest User" userId="S::urn:spo:tenantanon#c91606e4-f272-4d31-bbfc-820bba825ea5::" providerId="AD" clId="Web-{E777A93E-18ED-D855-F23F-52B1BFE1FB87}" dt="2026-06-29T07:50:05.260" v="13"/>
        <pc:sldMkLst>
          <pc:docMk/>
          <pc:sldMk cId="217585904" sldId="259"/>
        </pc:sldMkLst>
      </pc:sldChg>
      <pc:sldChg chg="modSp modNotes">
        <pc:chgData name="Guest User" userId="S::urn:spo:tenantanon#c91606e4-f272-4d31-bbfc-820bba825ea5::" providerId="AD" clId="Web-{E777A93E-18ED-D855-F23F-52B1BFE1FB87}" dt="2026-06-29T07:51:19.406" v="35"/>
        <pc:sldMkLst>
          <pc:docMk/>
          <pc:sldMk cId="1090335534" sldId="693"/>
        </pc:sldMkLst>
        <pc:spChg chg="mod">
          <ac:chgData name="Guest User" userId="S::urn:spo:tenantanon#c91606e4-f272-4d31-bbfc-820bba825ea5::" providerId="AD" clId="Web-{E777A93E-18ED-D855-F23F-52B1BFE1FB87}" dt="2026-06-29T07:50:52.123" v="21" actId="20577"/>
          <ac:spMkLst>
            <pc:docMk/>
            <pc:sldMk cId="1090335534" sldId="693"/>
            <ac:spMk id="2" creationId="{D32536C7-061D-D3E6-5C23-B820AF2948BE}"/>
          </ac:spMkLst>
        </pc:spChg>
        <pc:spChg chg="mod">
          <ac:chgData name="Guest User" userId="S::urn:spo:tenantanon#c91606e4-f272-4d31-bbfc-820bba825ea5::" providerId="AD" clId="Web-{E777A93E-18ED-D855-F23F-52B1BFE1FB87}" dt="2026-06-29T07:50:55.357" v="24" actId="20577"/>
          <ac:spMkLst>
            <pc:docMk/>
            <pc:sldMk cId="1090335534" sldId="693"/>
            <ac:spMk id="3" creationId="{25C690DB-4D2A-DE33-9CD5-81E746141971}"/>
          </ac:spMkLst>
        </pc:spChg>
        <pc:spChg chg="mod">
          <ac:chgData name="Guest User" userId="S::urn:spo:tenantanon#c91606e4-f272-4d31-bbfc-820bba825ea5::" providerId="AD" clId="Web-{E777A93E-18ED-D855-F23F-52B1BFE1FB87}" dt="2026-06-29T07:50:50.482" v="20" actId="20577"/>
          <ac:spMkLst>
            <pc:docMk/>
            <pc:sldMk cId="1090335534" sldId="693"/>
            <ac:spMk id="5" creationId="{61E7A7C4-6E5B-0A17-45BC-19ABB0CBB678}"/>
          </ac:spMkLst>
        </pc:spChg>
      </pc:sldChg>
      <pc:sldChg chg="modNotes">
        <pc:chgData name="Guest User" userId="S::urn:spo:tenantanon#c91606e4-f272-4d31-bbfc-820bba825ea5::" providerId="AD" clId="Web-{E777A93E-18ED-D855-F23F-52B1BFE1FB87}" dt="2026-06-29T07:51:38.595" v="36"/>
        <pc:sldMkLst>
          <pc:docMk/>
          <pc:sldMk cId="3450440071" sldId="695"/>
        </pc:sldMkLst>
      </pc:sldChg>
      <pc:sldChg chg="modSp">
        <pc:chgData name="Guest User" userId="S::urn:spo:tenantanon#c91606e4-f272-4d31-bbfc-820bba825ea5::" providerId="AD" clId="Web-{E777A93E-18ED-D855-F23F-52B1BFE1FB87}" dt="2026-06-29T07:52:31.286" v="38" actId="20577"/>
        <pc:sldMkLst>
          <pc:docMk/>
          <pc:sldMk cId="956406968" sldId="1583"/>
        </pc:sldMkLst>
        <pc:spChg chg="mod">
          <ac:chgData name="Guest User" userId="S::urn:spo:tenantanon#c91606e4-f272-4d31-bbfc-820bba825ea5::" providerId="AD" clId="Web-{E777A93E-18ED-D855-F23F-52B1BFE1FB87}" dt="2026-06-29T07:52:31.286" v="38" actId="20577"/>
          <ac:spMkLst>
            <pc:docMk/>
            <pc:sldMk cId="956406968" sldId="1583"/>
            <ac:spMk id="5" creationId="{3BF86695-03CD-2001-8835-11CE8872E3E6}"/>
          </ac:spMkLst>
        </pc:spChg>
      </pc:sldChg>
    </pc:docChg>
  </pc:docChgLst>
  <pc:docChgLst>
    <pc:chgData name="FIOL Lucile" userId="S::lu.fiol@fiteco.com::778d51e7-5060-41a7-a923-b51ba3a4c523" providerId="AD" clId="Web-{35AA5572-FA00-42E0-B7AE-2171FA11534F}"/>
    <pc:docChg chg="addSld delSld modSld sldOrd">
      <pc:chgData name="FIOL Lucile" userId="S::lu.fiol@fiteco.com::778d51e7-5060-41a7-a923-b51ba3a4c523" providerId="AD" clId="Web-{35AA5572-FA00-42E0-B7AE-2171FA11534F}" dt="2026-06-16T08:11:52.864" v="380" actId="1076"/>
      <pc:docMkLst>
        <pc:docMk/>
      </pc:docMkLst>
      <pc:sldChg chg="addSp delSp modSp modNotes">
        <pc:chgData name="FIOL Lucile" userId="S::lu.fiol@fiteco.com::778d51e7-5060-41a7-a923-b51ba3a4c523" providerId="AD" clId="Web-{35AA5572-FA00-42E0-B7AE-2171FA11534F}" dt="2026-06-16T08:03:09.171" v="223"/>
        <pc:sldMkLst>
          <pc:docMk/>
          <pc:sldMk cId="940780522" sldId="799"/>
        </pc:sldMkLst>
        <pc:spChg chg="add mod">
          <ac:chgData name="FIOL Lucile" userId="S::lu.fiol@fiteco.com::778d51e7-5060-41a7-a923-b51ba3a4c523" providerId="AD" clId="Web-{35AA5572-FA00-42E0-B7AE-2171FA11534F}" dt="2026-06-16T08:02:15.826" v="210" actId="1076"/>
          <ac:spMkLst>
            <pc:docMk/>
            <pc:sldMk cId="940780522" sldId="799"/>
            <ac:spMk id="9" creationId="{B1B83E4C-721A-F92A-DCBE-0E1EDACBE86A}"/>
          </ac:spMkLst>
        </pc:spChg>
        <pc:spChg chg="add mod">
          <ac:chgData name="FIOL Lucile" userId="S::lu.fiol@fiteco.com::778d51e7-5060-41a7-a923-b51ba3a4c523" providerId="AD" clId="Web-{35AA5572-FA00-42E0-B7AE-2171FA11534F}" dt="2026-06-16T08:02:18.076" v="212" actId="1076"/>
          <ac:spMkLst>
            <pc:docMk/>
            <pc:sldMk cId="940780522" sldId="799"/>
            <ac:spMk id="11" creationId="{C5F6ECD9-B612-6504-CE0F-3A727048370D}"/>
          </ac:spMkLst>
        </pc:spChg>
        <pc:picChg chg="add mod">
          <ac:chgData name="FIOL Lucile" userId="S::lu.fiol@fiteco.com::778d51e7-5060-41a7-a923-b51ba3a4c523" providerId="AD" clId="Web-{35AA5572-FA00-42E0-B7AE-2171FA11534F}" dt="2026-06-16T08:01:10.604" v="205" actId="1076"/>
          <ac:picMkLst>
            <pc:docMk/>
            <pc:sldMk cId="940780522" sldId="799"/>
            <ac:picMk id="2" creationId="{4A51994E-59ED-4AC6-2921-8C999D164332}"/>
          </ac:picMkLst>
        </pc:picChg>
        <pc:picChg chg="add mod">
          <ac:chgData name="FIOL Lucile" userId="S::lu.fiol@fiteco.com::778d51e7-5060-41a7-a923-b51ba3a4c523" providerId="AD" clId="Web-{35AA5572-FA00-42E0-B7AE-2171FA11534F}" dt="2026-06-16T08:02:16.826" v="211" actId="1076"/>
          <ac:picMkLst>
            <pc:docMk/>
            <pc:sldMk cId="940780522" sldId="799"/>
            <ac:picMk id="4" creationId="{E2B190DA-2D45-FE14-742D-A16616B2A8FF}"/>
          </ac:picMkLst>
        </pc:picChg>
        <pc:picChg chg="add mod">
          <ac:chgData name="FIOL Lucile" userId="S::lu.fiol@fiteco.com::778d51e7-5060-41a7-a923-b51ba3a4c523" providerId="AD" clId="Web-{35AA5572-FA00-42E0-B7AE-2171FA11534F}" dt="2026-06-16T08:02:34.623" v="215" actId="14100"/>
          <ac:picMkLst>
            <pc:docMk/>
            <pc:sldMk cId="940780522" sldId="799"/>
            <ac:picMk id="12" creationId="{3DEA7062-5B7F-DFB7-6C5B-3E1E2F45ED77}"/>
          </ac:picMkLst>
        </pc:picChg>
      </pc:sldChg>
      <pc:sldChg chg="modSp">
        <pc:chgData name="FIOL Lucile" userId="S::lu.fiol@fiteco.com::778d51e7-5060-41a7-a923-b51ba3a4c523" providerId="AD" clId="Web-{35AA5572-FA00-42E0-B7AE-2171FA11534F}" dt="2026-06-16T08:08:23.277" v="339" actId="14100"/>
        <pc:sldMkLst>
          <pc:docMk/>
          <pc:sldMk cId="247778904" sldId="800"/>
        </pc:sldMkLst>
        <pc:spChg chg="mod">
          <ac:chgData name="FIOL Lucile" userId="S::lu.fiol@fiteco.com::778d51e7-5060-41a7-a923-b51ba3a4c523" providerId="AD" clId="Web-{35AA5572-FA00-42E0-B7AE-2171FA11534F}" dt="2026-06-16T08:08:23.277" v="339" actId="14100"/>
          <ac:spMkLst>
            <pc:docMk/>
            <pc:sldMk cId="247778904" sldId="800"/>
            <ac:spMk id="4" creationId="{7E000077-3121-E80F-1473-2DF7CD74E1BA}"/>
          </ac:spMkLst>
        </pc:spChg>
      </pc:sldChg>
      <pc:sldChg chg="addSp delSp modSp modNotes">
        <pc:chgData name="FIOL Lucile" userId="S::lu.fiol@fiteco.com::778d51e7-5060-41a7-a923-b51ba3a4c523" providerId="AD" clId="Web-{35AA5572-FA00-42E0-B7AE-2171FA11534F}" dt="2026-06-16T08:10:47.564" v="357" actId="1076"/>
        <pc:sldMkLst>
          <pc:docMk/>
          <pc:sldMk cId="260957172" sldId="1555"/>
        </pc:sldMkLst>
        <pc:spChg chg="mod">
          <ac:chgData name="FIOL Lucile" userId="S::lu.fiol@fiteco.com::778d51e7-5060-41a7-a923-b51ba3a4c523" providerId="AD" clId="Web-{35AA5572-FA00-42E0-B7AE-2171FA11534F}" dt="2026-06-16T08:09:31.561" v="349" actId="20577"/>
          <ac:spMkLst>
            <pc:docMk/>
            <pc:sldMk cId="260957172" sldId="1555"/>
            <ac:spMk id="5" creationId="{D60B5958-359A-6842-CF78-E9EFAF3D0215}"/>
          </ac:spMkLst>
        </pc:spChg>
      </pc:sldChg>
      <pc:sldChg chg="addSp modSp modNotes">
        <pc:chgData name="FIOL Lucile" userId="S::lu.fiol@fiteco.com::778d51e7-5060-41a7-a923-b51ba3a4c523" providerId="AD" clId="Web-{35AA5572-FA00-42E0-B7AE-2171FA11534F}" dt="2026-06-16T07:54:44.229" v="167"/>
        <pc:sldMkLst>
          <pc:docMk/>
          <pc:sldMk cId="1661632402" sldId="1586"/>
        </pc:sldMkLst>
        <pc:picChg chg="add mod">
          <ac:chgData name="FIOL Lucile" userId="S::lu.fiol@fiteco.com::778d51e7-5060-41a7-a923-b51ba3a4c523" providerId="AD" clId="Web-{35AA5572-FA00-42E0-B7AE-2171FA11534F}" dt="2026-06-16T07:54:30.057" v="148" actId="1076"/>
          <ac:picMkLst>
            <pc:docMk/>
            <pc:sldMk cId="1661632402" sldId="1586"/>
            <ac:picMk id="8" creationId="{0F5315ED-84AB-B0C5-580C-F38CB4E9BB02}"/>
          </ac:picMkLst>
        </pc:picChg>
      </pc:sldChg>
      <pc:sldChg chg="modNotes">
        <pc:chgData name="FIOL Lucile" userId="S::lu.fiol@fiteco.com::778d51e7-5060-41a7-a923-b51ba3a4c523" providerId="AD" clId="Web-{35AA5572-FA00-42E0-B7AE-2171FA11534F}" dt="2026-06-16T07:49:35.170" v="16"/>
        <pc:sldMkLst>
          <pc:docMk/>
          <pc:sldMk cId="220347103" sldId="1587"/>
        </pc:sldMkLst>
      </pc:sldChg>
      <pc:sldChg chg="delSp modSp modNotes">
        <pc:chgData name="FIOL Lucile" userId="S::lu.fiol@fiteco.com::778d51e7-5060-41a7-a923-b51ba3a4c523" providerId="AD" clId="Web-{35AA5572-FA00-42E0-B7AE-2171FA11534F}" dt="2026-06-16T07:54:03.384" v="146" actId="20577"/>
        <pc:sldMkLst>
          <pc:docMk/>
          <pc:sldMk cId="3313148241" sldId="1588"/>
        </pc:sldMkLst>
        <pc:spChg chg="mod">
          <ac:chgData name="FIOL Lucile" userId="S::lu.fiol@fiteco.com::778d51e7-5060-41a7-a923-b51ba3a4c523" providerId="AD" clId="Web-{35AA5572-FA00-42E0-B7AE-2171FA11534F}" dt="2026-06-16T07:54:03.384" v="146" actId="20577"/>
          <ac:spMkLst>
            <pc:docMk/>
            <pc:sldMk cId="3313148241" sldId="1588"/>
            <ac:spMk id="5" creationId="{D86A2281-C4A3-D3D3-D5B9-57D71C499E19}"/>
          </ac:spMkLst>
        </pc:spChg>
        <pc:spChg chg="mod">
          <ac:chgData name="FIOL Lucile" userId="S::lu.fiol@fiteco.com::778d51e7-5060-41a7-a923-b51ba3a4c523" providerId="AD" clId="Web-{35AA5572-FA00-42E0-B7AE-2171FA11534F}" dt="2026-06-16T07:49:45.874" v="18" actId="20577"/>
          <ac:spMkLst>
            <pc:docMk/>
            <pc:sldMk cId="3313148241" sldId="1588"/>
            <ac:spMk id="6" creationId="{799C8148-11D1-DD3E-CD44-9B1669354D83}"/>
          </ac:spMkLst>
        </pc:spChg>
        <pc:spChg chg="mod">
          <ac:chgData name="FIOL Lucile" userId="S::lu.fiol@fiteco.com::778d51e7-5060-41a7-a923-b51ba3a4c523" providerId="AD" clId="Web-{35AA5572-FA00-42E0-B7AE-2171FA11534F}" dt="2026-06-16T07:50:12.266" v="20" actId="20577"/>
          <ac:spMkLst>
            <pc:docMk/>
            <pc:sldMk cId="3313148241" sldId="1588"/>
            <ac:spMk id="7" creationId="{68D4475B-BFAA-530F-6901-95B14478940D}"/>
          </ac:spMkLst>
        </pc:spChg>
      </pc:sldChg>
      <pc:sldChg chg="addSp delSp modSp add ord replId modNotes">
        <pc:chgData name="FIOL Lucile" userId="S::lu.fiol@fiteco.com::778d51e7-5060-41a7-a923-b51ba3a4c523" providerId="AD" clId="Web-{35AA5572-FA00-42E0-B7AE-2171FA11534F}" dt="2026-06-16T08:08:00.214" v="330" actId="20577"/>
        <pc:sldMkLst>
          <pc:docMk/>
          <pc:sldMk cId="3038465661" sldId="1591"/>
        </pc:sldMkLst>
        <pc:spChg chg="mod">
          <ac:chgData name="FIOL Lucile" userId="S::lu.fiol@fiteco.com::778d51e7-5060-41a7-a923-b51ba3a4c523" providerId="AD" clId="Web-{35AA5572-FA00-42E0-B7AE-2171FA11534F}" dt="2026-06-16T08:07:39.697" v="324" actId="1076"/>
          <ac:spMkLst>
            <pc:docMk/>
            <pc:sldMk cId="3038465661" sldId="1591"/>
            <ac:spMk id="5" creationId="{3AF8EE66-A6E1-EEA4-4B4D-A3A5203281E9}"/>
          </ac:spMkLst>
        </pc:spChg>
        <pc:spChg chg="mod">
          <ac:chgData name="FIOL Lucile" userId="S::lu.fiol@fiteco.com::778d51e7-5060-41a7-a923-b51ba3a4c523" providerId="AD" clId="Web-{35AA5572-FA00-42E0-B7AE-2171FA11534F}" dt="2026-06-16T08:03:36.344" v="229" actId="20577"/>
          <ac:spMkLst>
            <pc:docMk/>
            <pc:sldMk cId="3038465661" sldId="1591"/>
            <ac:spMk id="6" creationId="{51D0C872-2D5C-6BDD-F530-CF6DF2357179}"/>
          </ac:spMkLst>
        </pc:spChg>
        <pc:spChg chg="mod">
          <ac:chgData name="FIOL Lucile" userId="S::lu.fiol@fiteco.com::778d51e7-5060-41a7-a923-b51ba3a4c523" providerId="AD" clId="Web-{35AA5572-FA00-42E0-B7AE-2171FA11534F}" dt="2026-06-16T08:06:41.008" v="298" actId="20577"/>
          <ac:spMkLst>
            <pc:docMk/>
            <pc:sldMk cId="3038465661" sldId="1591"/>
            <ac:spMk id="7" creationId="{D228AF99-F100-1017-08AC-DD554E5761C7}"/>
          </ac:spMkLst>
        </pc:spChg>
        <pc:spChg chg="add mod">
          <ac:chgData name="FIOL Lucile" userId="S::lu.fiol@fiteco.com::778d51e7-5060-41a7-a923-b51ba3a4c523" providerId="AD" clId="Web-{35AA5572-FA00-42E0-B7AE-2171FA11534F}" dt="2026-06-16T08:08:00.214" v="330" actId="20577"/>
          <ac:spMkLst>
            <pc:docMk/>
            <pc:sldMk cId="3038465661" sldId="1591"/>
            <ac:spMk id="8" creationId="{93399620-CFAE-D076-89A4-797BD3330981}"/>
          </ac:spMkLst>
        </pc:spChg>
        <pc:picChg chg="add mod">
          <ac:chgData name="FIOL Lucile" userId="S::lu.fiol@fiteco.com::778d51e7-5060-41a7-a923-b51ba3a4c523" providerId="AD" clId="Web-{35AA5572-FA00-42E0-B7AE-2171FA11534F}" dt="2026-06-16T08:07:17.603" v="315" actId="1076"/>
          <ac:picMkLst>
            <pc:docMk/>
            <pc:sldMk cId="3038465661" sldId="1591"/>
            <ac:picMk id="4" creationId="{0B551296-648C-1DA0-205E-B0C7109E9A9D}"/>
          </ac:picMkLst>
        </pc:picChg>
      </pc:sldChg>
      <pc:sldChg chg="add replId">
        <pc:chgData name="FIOL Lucile" userId="S::lu.fiol@fiteco.com::778d51e7-5060-41a7-a923-b51ba3a4c523" providerId="AD" clId="Web-{35AA5572-FA00-42E0-B7AE-2171FA11534F}" dt="2026-06-16T08:09:04.154" v="342"/>
        <pc:sldMkLst>
          <pc:docMk/>
          <pc:sldMk cId="3704183951" sldId="1592"/>
        </pc:sldMkLst>
      </pc:sldChg>
      <pc:sldChg chg="addSp modSp add replId modNotes">
        <pc:chgData name="FIOL Lucile" userId="S::lu.fiol@fiteco.com::778d51e7-5060-41a7-a923-b51ba3a4c523" providerId="AD" clId="Web-{35AA5572-FA00-42E0-B7AE-2171FA11534F}" dt="2026-06-16T08:11:52.864" v="380" actId="1076"/>
        <pc:sldMkLst>
          <pc:docMk/>
          <pc:sldMk cId="3505755942" sldId="1593"/>
        </pc:sldMkLst>
        <pc:picChg chg="add mod">
          <ac:chgData name="FIOL Lucile" userId="S::lu.fiol@fiteco.com::778d51e7-5060-41a7-a923-b51ba3a4c523" providerId="AD" clId="Web-{35AA5572-FA00-42E0-B7AE-2171FA11534F}" dt="2026-06-16T08:11:52.864" v="380" actId="1076"/>
          <ac:picMkLst>
            <pc:docMk/>
            <pc:sldMk cId="3505755942" sldId="1593"/>
            <ac:picMk id="2" creationId="{ED8A1E9E-CE5E-E235-7488-28B110CB5B67}"/>
          </ac:picMkLst>
        </pc:picChg>
      </pc:sldChg>
    </pc:docChg>
  </pc:docChgLst>
  <pc:docChgLst>
    <pc:chgData name="Guest User" userId="S::urn:spo:tenantanon#c91606e4-f272-4d31-bbfc-820bba825ea5::" providerId="AD" clId="Web-{782D96A3-0FEB-0D4F-7D46-7D20F8D12E80}"/>
    <pc:docChg chg="modSld">
      <pc:chgData name="Guest User" userId="S::urn:spo:tenantanon#c91606e4-f272-4d31-bbfc-820bba825ea5::" providerId="AD" clId="Web-{782D96A3-0FEB-0D4F-7D46-7D20F8D12E80}" dt="2026-06-17T08:44:04.862" v="308"/>
      <pc:docMkLst>
        <pc:docMk/>
      </pc:docMkLst>
      <pc:sldChg chg="modSp">
        <pc:chgData name="Guest User" userId="S::urn:spo:tenantanon#c91606e4-f272-4d31-bbfc-820bba825ea5::" providerId="AD" clId="Web-{782D96A3-0FEB-0D4F-7D46-7D20F8D12E80}" dt="2026-06-17T08:33:45.255" v="91" actId="20577"/>
        <pc:sldMkLst>
          <pc:docMk/>
          <pc:sldMk cId="2935409531" sldId="858"/>
        </pc:sldMkLst>
        <pc:spChg chg="mod">
          <ac:chgData name="Guest User" userId="S::urn:spo:tenantanon#c91606e4-f272-4d31-bbfc-820bba825ea5::" providerId="AD" clId="Web-{782D96A3-0FEB-0D4F-7D46-7D20F8D12E80}" dt="2026-06-17T08:33:45.255" v="91" actId="20577"/>
          <ac:spMkLst>
            <pc:docMk/>
            <pc:sldMk cId="2935409531" sldId="858"/>
            <ac:spMk id="5" creationId="{C882A260-2DA6-66EE-C531-6680369DDFF0}"/>
          </ac:spMkLst>
        </pc:spChg>
      </pc:sldChg>
      <pc:sldChg chg="modNotes">
        <pc:chgData name="Guest User" userId="S::urn:spo:tenantanon#c91606e4-f272-4d31-bbfc-820bba825ea5::" providerId="AD" clId="Web-{782D96A3-0FEB-0D4F-7D46-7D20F8D12E80}" dt="2026-06-17T08:32:12.280" v="68"/>
        <pc:sldMkLst>
          <pc:docMk/>
          <pc:sldMk cId="185045434" sldId="861"/>
        </pc:sldMkLst>
      </pc:sldChg>
      <pc:sldChg chg="modNotes">
        <pc:chgData name="Guest User" userId="S::urn:spo:tenantanon#c91606e4-f272-4d31-bbfc-820bba825ea5::" providerId="AD" clId="Web-{782D96A3-0FEB-0D4F-7D46-7D20F8D12E80}" dt="2026-06-17T08:44:04.862" v="308"/>
        <pc:sldMkLst>
          <pc:docMk/>
          <pc:sldMk cId="769188190" sldId="1558"/>
        </pc:sldMkLst>
      </pc:sldChg>
      <pc:sldChg chg="modNotes">
        <pc:chgData name="Guest User" userId="S::urn:spo:tenantanon#c91606e4-f272-4d31-bbfc-820bba825ea5::" providerId="AD" clId="Web-{782D96A3-0FEB-0D4F-7D46-7D20F8D12E80}" dt="2026-06-17T08:35:55.561" v="207"/>
        <pc:sldMkLst>
          <pc:docMk/>
          <pc:sldMk cId="3341672787" sldId="1573"/>
        </pc:sldMkLst>
      </pc:sldChg>
      <pc:sldChg chg="addSp modSp modNotes">
        <pc:chgData name="Guest User" userId="S::urn:spo:tenantanon#c91606e4-f272-4d31-bbfc-820bba825ea5::" providerId="AD" clId="Web-{782D96A3-0FEB-0D4F-7D46-7D20F8D12E80}" dt="2026-06-17T08:40:21.799" v="306"/>
        <pc:sldMkLst>
          <pc:docMk/>
          <pc:sldMk cId="1489350177" sldId="1576"/>
        </pc:sldMkLst>
        <pc:spChg chg="add mod">
          <ac:chgData name="Guest User" userId="S::urn:spo:tenantanon#c91606e4-f272-4d31-bbfc-820bba825ea5::" providerId="AD" clId="Web-{782D96A3-0FEB-0D4F-7D46-7D20F8D12E80}" dt="2026-06-17T08:40:18.736" v="305" actId="20577"/>
          <ac:spMkLst>
            <pc:docMk/>
            <pc:sldMk cId="1489350177" sldId="1576"/>
            <ac:spMk id="2" creationId="{28A0C364-3DA8-EFBE-EDEF-9D6859E4D354}"/>
          </ac:spMkLst>
        </pc:spChg>
      </pc:sldChg>
      <pc:sldChg chg="modSp">
        <pc:chgData name="Guest User" userId="S::urn:spo:tenantanon#c91606e4-f272-4d31-bbfc-820bba825ea5::" providerId="AD" clId="Web-{782D96A3-0FEB-0D4F-7D46-7D20F8D12E80}" dt="2026-06-17T08:36:23.766" v="209" actId="20577"/>
        <pc:sldMkLst>
          <pc:docMk/>
          <pc:sldMk cId="4231237559" sldId="1577"/>
        </pc:sldMkLst>
        <pc:spChg chg="mod">
          <ac:chgData name="Guest User" userId="S::urn:spo:tenantanon#c91606e4-f272-4d31-bbfc-820bba825ea5::" providerId="AD" clId="Web-{782D96A3-0FEB-0D4F-7D46-7D20F8D12E80}" dt="2026-06-17T08:36:23.766" v="209" actId="20577"/>
          <ac:spMkLst>
            <pc:docMk/>
            <pc:sldMk cId="4231237559" sldId="1577"/>
            <ac:spMk id="7" creationId="{FDB9B121-6CBC-8E9B-20EF-5C02BA42708E}"/>
          </ac:spMkLst>
        </pc:spChg>
      </pc:sldChg>
    </pc:docChg>
  </pc:docChgLst>
  <pc:docChgLst>
    <pc:chgData name="Guest User" userId="S::urn:spo:tenantanon#c91606e4-f272-4d31-bbfc-820bba825ea5::" providerId="AD" clId="Web-{FFD5B43C-0CBC-92B5-3E6D-8612FB2F2985}"/>
    <pc:docChg chg="delSld modSld sldOrd">
      <pc:chgData name="Guest User" userId="S::urn:spo:tenantanon#c91606e4-f272-4d31-bbfc-820bba825ea5::" providerId="AD" clId="Web-{FFD5B43C-0CBC-92B5-3E6D-8612FB2F2985}" dt="2026-06-29T09:51:17.991" v="59" actId="1076"/>
      <pc:docMkLst>
        <pc:docMk/>
      </pc:docMkLst>
      <pc:sldChg chg="addSp modSp">
        <pc:chgData name="Guest User" userId="S::urn:spo:tenantanon#c91606e4-f272-4d31-bbfc-820bba825ea5::" providerId="AD" clId="Web-{FFD5B43C-0CBC-92B5-3E6D-8612FB2F2985}" dt="2026-06-29T09:32:45.527" v="52"/>
        <pc:sldMkLst>
          <pc:docMk/>
          <pc:sldMk cId="1527709142" sldId="1567"/>
        </pc:sldMkLst>
        <pc:spChg chg="add mod">
          <ac:chgData name="Guest User" userId="S::urn:spo:tenantanon#c91606e4-f272-4d31-bbfc-820bba825ea5::" providerId="AD" clId="Web-{FFD5B43C-0CBC-92B5-3E6D-8612FB2F2985}" dt="2026-06-29T09:32:45.527" v="52"/>
          <ac:spMkLst>
            <pc:docMk/>
            <pc:sldMk cId="1527709142" sldId="1567"/>
            <ac:spMk id="2" creationId="{8879EEC8-5C0A-8781-B433-D4117E993729}"/>
          </ac:spMkLst>
        </pc:spChg>
        <pc:spChg chg="mod">
          <ac:chgData name="Guest User" userId="S::urn:spo:tenantanon#c91606e4-f272-4d31-bbfc-820bba825ea5::" providerId="AD" clId="Web-{FFD5B43C-0CBC-92B5-3E6D-8612FB2F2985}" dt="2026-06-29T09:22:05.409" v="37" actId="20577"/>
          <ac:spMkLst>
            <pc:docMk/>
            <pc:sldMk cId="1527709142" sldId="1567"/>
            <ac:spMk id="5" creationId="{D6825414-5084-47AB-BF6C-5C1059707C95}"/>
          </ac:spMkLst>
        </pc:spChg>
        <pc:spChg chg="mod">
          <ac:chgData name="Guest User" userId="S::urn:spo:tenantanon#c91606e4-f272-4d31-bbfc-820bba825ea5::" providerId="AD" clId="Web-{FFD5B43C-0CBC-92B5-3E6D-8612FB2F2985}" dt="2026-06-29T09:32:16.276" v="45" actId="20577"/>
          <ac:spMkLst>
            <pc:docMk/>
            <pc:sldMk cId="1527709142" sldId="1567"/>
            <ac:spMk id="7" creationId="{DF904A79-A209-0152-3333-4898F6FACB79}"/>
          </ac:spMkLst>
        </pc:spChg>
      </pc:sldChg>
      <pc:sldChg chg="modSp ord">
        <pc:chgData name="Guest User" userId="S::urn:spo:tenantanon#c91606e4-f272-4d31-bbfc-820bba825ea5::" providerId="AD" clId="Web-{FFD5B43C-0CBC-92B5-3E6D-8612FB2F2985}" dt="2026-06-29T09:21:42.955" v="30" actId="20577"/>
        <pc:sldMkLst>
          <pc:docMk/>
          <pc:sldMk cId="571785858" sldId="1571"/>
        </pc:sldMkLst>
        <pc:spChg chg="mod">
          <ac:chgData name="Guest User" userId="S::urn:spo:tenantanon#c91606e4-f272-4d31-bbfc-820bba825ea5::" providerId="AD" clId="Web-{FFD5B43C-0CBC-92B5-3E6D-8612FB2F2985}" dt="2026-06-29T09:15:42.722" v="5" actId="20577"/>
          <ac:spMkLst>
            <pc:docMk/>
            <pc:sldMk cId="571785858" sldId="1571"/>
            <ac:spMk id="3" creationId="{BC0DC48D-5328-7682-7396-A7CE828584C6}"/>
          </ac:spMkLst>
        </pc:spChg>
        <pc:spChg chg="mod">
          <ac:chgData name="Guest User" userId="S::urn:spo:tenantanon#c91606e4-f272-4d31-bbfc-820bba825ea5::" providerId="AD" clId="Web-{FFD5B43C-0CBC-92B5-3E6D-8612FB2F2985}" dt="2026-06-29T09:21:42.955" v="30" actId="20577"/>
          <ac:spMkLst>
            <pc:docMk/>
            <pc:sldMk cId="571785858" sldId="1571"/>
            <ac:spMk id="4" creationId="{A28E8716-65BD-39CC-8092-8C991A7074B4}"/>
          </ac:spMkLst>
        </pc:spChg>
        <pc:spChg chg="mod">
          <ac:chgData name="Guest User" userId="S::urn:spo:tenantanon#c91606e4-f272-4d31-bbfc-820bba825ea5::" providerId="AD" clId="Web-{FFD5B43C-0CBC-92B5-3E6D-8612FB2F2985}" dt="2026-06-29T09:16:52.225" v="23" actId="20577"/>
          <ac:spMkLst>
            <pc:docMk/>
            <pc:sldMk cId="571785858" sldId="1571"/>
            <ac:spMk id="5" creationId="{22D74276-7D77-8C41-A29B-114BD0D08202}"/>
          </ac:spMkLst>
        </pc:spChg>
      </pc:sldChg>
      <pc:sldChg chg="addSp delSp modSp">
        <pc:chgData name="Guest User" userId="S::urn:spo:tenantanon#c91606e4-f272-4d31-bbfc-820bba825ea5::" providerId="AD" clId="Web-{FFD5B43C-0CBC-92B5-3E6D-8612FB2F2985}" dt="2026-06-29T09:51:17.991" v="59" actId="1076"/>
        <pc:sldMkLst>
          <pc:docMk/>
          <pc:sldMk cId="220347103" sldId="1587"/>
        </pc:sldMkLst>
        <pc:spChg chg="add mod">
          <ac:chgData name="Guest User" userId="S::urn:spo:tenantanon#c91606e4-f272-4d31-bbfc-820bba825ea5::" providerId="AD" clId="Web-{FFD5B43C-0CBC-92B5-3E6D-8612FB2F2985}" dt="2026-06-29T09:51:17.991" v="59" actId="1076"/>
          <ac:spMkLst>
            <pc:docMk/>
            <pc:sldMk cId="220347103" sldId="1587"/>
            <ac:spMk id="6" creationId="{E4A2C536-AD0B-5EC8-F9D1-D0244AD213C7}"/>
          </ac:spMkLst>
        </pc:spChg>
      </pc:sldChg>
    </pc:docChg>
  </pc:docChgLst>
  <pc:docChgLst>
    <pc:chgData name="Guest User" userId="S::urn:spo:tenantanon#c91606e4-f272-4d31-bbfc-820bba825ea5::" providerId="AD" clId="Web-{0862BB5A-D212-4062-D0E0-CA0AE78B7113}"/>
    <pc:docChg chg="addSld modSld">
      <pc:chgData name="Guest User" userId="S::urn:spo:tenantanon#c91606e4-f272-4d31-bbfc-820bba825ea5::" providerId="AD" clId="Web-{0862BB5A-D212-4062-D0E0-CA0AE78B7113}" dt="2026-06-30T13:12:58.676" v="2359"/>
      <pc:docMkLst>
        <pc:docMk/>
      </pc:docMkLst>
      <pc:sldChg chg="modNotes">
        <pc:chgData name="Guest User" userId="S::urn:spo:tenantanon#c91606e4-f272-4d31-bbfc-820bba825ea5::" providerId="AD" clId="Web-{0862BB5A-D212-4062-D0E0-CA0AE78B7113}" dt="2026-06-30T12:07:02.480" v="497"/>
        <pc:sldMkLst>
          <pc:docMk/>
          <pc:sldMk cId="918224039" sldId="696"/>
        </pc:sldMkLst>
      </pc:sldChg>
      <pc:sldChg chg="modSp">
        <pc:chgData name="Guest User" userId="S::urn:spo:tenantanon#c91606e4-f272-4d31-bbfc-820bba825ea5::" providerId="AD" clId="Web-{0862BB5A-D212-4062-D0E0-CA0AE78B7113}" dt="2026-06-30T11:51:23.207" v="47" actId="20577"/>
        <pc:sldMkLst>
          <pc:docMk/>
          <pc:sldMk cId="1611006643" sldId="718"/>
        </pc:sldMkLst>
        <pc:spChg chg="mod">
          <ac:chgData name="Guest User" userId="S::urn:spo:tenantanon#c91606e4-f272-4d31-bbfc-820bba825ea5::" providerId="AD" clId="Web-{0862BB5A-D212-4062-D0E0-CA0AE78B7113}" dt="2026-06-30T11:51:23.207" v="47" actId="20577"/>
          <ac:spMkLst>
            <pc:docMk/>
            <pc:sldMk cId="1611006643" sldId="718"/>
            <ac:spMk id="5" creationId="{90BC446B-146F-F675-18E0-69E1AC736CE9}"/>
          </ac:spMkLst>
        </pc:spChg>
        <pc:spChg chg="mod">
          <ac:chgData name="Guest User" userId="S::urn:spo:tenantanon#c91606e4-f272-4d31-bbfc-820bba825ea5::" providerId="AD" clId="Web-{0862BB5A-D212-4062-D0E0-CA0AE78B7113}" dt="2026-06-30T11:49:29.799" v="17"/>
          <ac:spMkLst>
            <pc:docMk/>
            <pc:sldMk cId="1611006643" sldId="718"/>
            <ac:spMk id="6" creationId="{D48B6D90-0D01-5014-2CD6-562253EB4295}"/>
          </ac:spMkLst>
        </pc:spChg>
      </pc:sldChg>
      <pc:sldChg chg="addSp modSp">
        <pc:chgData name="Guest User" userId="S::urn:spo:tenantanon#c91606e4-f272-4d31-bbfc-820bba825ea5::" providerId="AD" clId="Web-{0862BB5A-D212-4062-D0E0-CA0AE78B7113}" dt="2026-06-30T12:40:52.318" v="1071" actId="1076"/>
        <pc:sldMkLst>
          <pc:docMk/>
          <pc:sldMk cId="1573549487" sldId="726"/>
        </pc:sldMkLst>
        <pc:picChg chg="add mod">
          <ac:chgData name="Guest User" userId="S::urn:spo:tenantanon#c91606e4-f272-4d31-bbfc-820bba825ea5::" providerId="AD" clId="Web-{0862BB5A-D212-4062-D0E0-CA0AE78B7113}" dt="2026-06-30T12:40:52.318" v="1071" actId="1076"/>
          <ac:picMkLst>
            <pc:docMk/>
            <pc:sldMk cId="1573549487" sldId="726"/>
            <ac:picMk id="3" creationId="{346C4D40-7785-12B3-F2A7-3CEF43514D4A}"/>
          </ac:picMkLst>
        </pc:picChg>
      </pc:sldChg>
      <pc:sldChg chg="modNotes">
        <pc:chgData name="Guest User" userId="S::urn:spo:tenantanon#c91606e4-f272-4d31-bbfc-820bba825ea5::" providerId="AD" clId="Web-{0862BB5A-D212-4062-D0E0-CA0AE78B7113}" dt="2026-06-30T12:35:02.819" v="1002"/>
        <pc:sldMkLst>
          <pc:docMk/>
          <pc:sldMk cId="769188190" sldId="1558"/>
        </pc:sldMkLst>
      </pc:sldChg>
      <pc:sldChg chg="modSp">
        <pc:chgData name="Guest User" userId="S::urn:spo:tenantanon#c91606e4-f272-4d31-bbfc-820bba825ea5::" providerId="AD" clId="Web-{0862BB5A-D212-4062-D0E0-CA0AE78B7113}" dt="2026-06-30T11:51:53.161" v="54" actId="20577"/>
        <pc:sldMkLst>
          <pc:docMk/>
          <pc:sldMk cId="547153299" sldId="1566"/>
        </pc:sldMkLst>
        <pc:spChg chg="mod">
          <ac:chgData name="Guest User" userId="S::urn:spo:tenantanon#c91606e4-f272-4d31-bbfc-820bba825ea5::" providerId="AD" clId="Web-{0862BB5A-D212-4062-D0E0-CA0AE78B7113}" dt="2026-06-30T11:51:53.161" v="54" actId="20577"/>
          <ac:spMkLst>
            <pc:docMk/>
            <pc:sldMk cId="547153299" sldId="1566"/>
            <ac:spMk id="3" creationId="{082AE675-6C7A-84A8-75D5-BB0B5E27DAB4}"/>
          </ac:spMkLst>
        </pc:spChg>
      </pc:sldChg>
      <pc:sldChg chg="modSp">
        <pc:chgData name="Guest User" userId="S::urn:spo:tenantanon#c91606e4-f272-4d31-bbfc-820bba825ea5::" providerId="AD" clId="Web-{0862BB5A-D212-4062-D0E0-CA0AE78B7113}" dt="2026-06-30T12:06:17.589" v="492" actId="20577"/>
        <pc:sldMkLst>
          <pc:docMk/>
          <pc:sldMk cId="1527709142" sldId="1567"/>
        </pc:sldMkLst>
        <pc:spChg chg="mod">
          <ac:chgData name="Guest User" userId="S::urn:spo:tenantanon#c91606e4-f272-4d31-bbfc-820bba825ea5::" providerId="AD" clId="Web-{0862BB5A-D212-4062-D0E0-CA0AE78B7113}" dt="2026-06-30T12:06:17.589" v="492" actId="20577"/>
          <ac:spMkLst>
            <pc:docMk/>
            <pc:sldMk cId="1527709142" sldId="1567"/>
            <ac:spMk id="6" creationId="{B6EDF01C-6354-8C8E-553A-1EE196F6F59B}"/>
          </ac:spMkLst>
        </pc:spChg>
        <pc:spChg chg="mod">
          <ac:chgData name="Guest User" userId="S::urn:spo:tenantanon#c91606e4-f272-4d31-bbfc-820bba825ea5::" providerId="AD" clId="Web-{0862BB5A-D212-4062-D0E0-CA0AE78B7113}" dt="2026-06-30T12:05:47.416" v="479" actId="1076"/>
          <ac:spMkLst>
            <pc:docMk/>
            <pc:sldMk cId="1527709142" sldId="1567"/>
            <ac:spMk id="7" creationId="{DF904A79-A209-0152-3333-4898F6FACB79}"/>
          </ac:spMkLst>
        </pc:spChg>
      </pc:sldChg>
      <pc:sldChg chg="modNotes">
        <pc:chgData name="Guest User" userId="S::urn:spo:tenantanon#c91606e4-f272-4d31-bbfc-820bba825ea5::" providerId="AD" clId="Web-{0862BB5A-D212-4062-D0E0-CA0AE78B7113}" dt="2026-06-30T13:12:58.676" v="2359"/>
        <pc:sldMkLst>
          <pc:docMk/>
          <pc:sldMk cId="3341672787" sldId="1573"/>
        </pc:sldMkLst>
      </pc:sldChg>
      <pc:sldChg chg="addSp modSp modNotes">
        <pc:chgData name="Guest User" userId="S::urn:spo:tenantanon#c91606e4-f272-4d31-bbfc-820bba825ea5::" providerId="AD" clId="Web-{0862BB5A-D212-4062-D0E0-CA0AE78B7113}" dt="2026-06-30T13:11:59.751" v="2282"/>
        <pc:sldMkLst>
          <pc:docMk/>
          <pc:sldMk cId="3795906666" sldId="1575"/>
        </pc:sldMkLst>
        <pc:spChg chg="add mod">
          <ac:chgData name="Guest User" userId="S::urn:spo:tenantanon#c91606e4-f272-4d31-bbfc-820bba825ea5::" providerId="AD" clId="Web-{0862BB5A-D212-4062-D0E0-CA0AE78B7113}" dt="2026-06-30T13:08:55.275" v="2030" actId="688"/>
          <ac:spMkLst>
            <pc:docMk/>
            <pc:sldMk cId="3795906666" sldId="1575"/>
            <ac:spMk id="2" creationId="{C44C9BD1-606B-0656-E192-CFF48F2E7C36}"/>
          </ac:spMkLst>
        </pc:spChg>
      </pc:sldChg>
      <pc:sldChg chg="modNotes">
        <pc:chgData name="Guest User" userId="S::urn:spo:tenantanon#c91606e4-f272-4d31-bbfc-820bba825ea5::" providerId="AD" clId="Web-{0862BB5A-D212-4062-D0E0-CA0AE78B7113}" dt="2026-06-30T12:35:27.289" v="1005"/>
        <pc:sldMkLst>
          <pc:docMk/>
          <pc:sldMk cId="1489350177" sldId="1576"/>
        </pc:sldMkLst>
      </pc:sldChg>
      <pc:sldChg chg="modSp">
        <pc:chgData name="Guest User" userId="S::urn:spo:tenantanon#c91606e4-f272-4d31-bbfc-820bba825ea5::" providerId="AD" clId="Web-{0862BB5A-D212-4062-D0E0-CA0AE78B7113}" dt="2026-06-30T11:57:36.542" v="107"/>
        <pc:sldMkLst>
          <pc:docMk/>
          <pc:sldMk cId="1242284759" sldId="1582"/>
        </pc:sldMkLst>
        <pc:spChg chg="mod">
          <ac:chgData name="Guest User" userId="S::urn:spo:tenantanon#c91606e4-f272-4d31-bbfc-820bba825ea5::" providerId="AD" clId="Web-{0862BB5A-D212-4062-D0E0-CA0AE78B7113}" dt="2026-06-30T11:50:16.737" v="26" actId="20577"/>
          <ac:spMkLst>
            <pc:docMk/>
            <pc:sldMk cId="1242284759" sldId="1582"/>
            <ac:spMk id="5" creationId="{0D113E80-54F9-85D1-0F93-ACB53E17AA61}"/>
          </ac:spMkLst>
        </pc:spChg>
        <pc:graphicFrameChg chg="mod modGraphic">
          <ac:chgData name="Guest User" userId="S::urn:spo:tenantanon#c91606e4-f272-4d31-bbfc-820bba825ea5::" providerId="AD" clId="Web-{0862BB5A-D212-4062-D0E0-CA0AE78B7113}" dt="2026-06-30T11:57:36.542" v="107"/>
          <ac:graphicFrameMkLst>
            <pc:docMk/>
            <pc:sldMk cId="1242284759" sldId="1582"/>
            <ac:graphicFrameMk id="2" creationId="{2A98307D-CFFD-8501-AFF0-3E3D86823670}"/>
          </ac:graphicFrameMkLst>
        </pc:graphicFrameChg>
      </pc:sldChg>
      <pc:sldChg chg="modSp">
        <pc:chgData name="Guest User" userId="S::urn:spo:tenantanon#c91606e4-f272-4d31-bbfc-820bba825ea5::" providerId="AD" clId="Web-{0862BB5A-D212-4062-D0E0-CA0AE78B7113}" dt="2026-06-30T11:50:56.519" v="38" actId="20577"/>
        <pc:sldMkLst>
          <pc:docMk/>
          <pc:sldMk cId="956406968" sldId="1583"/>
        </pc:sldMkLst>
        <pc:spChg chg="mod">
          <ac:chgData name="Guest User" userId="S::urn:spo:tenantanon#c91606e4-f272-4d31-bbfc-820bba825ea5::" providerId="AD" clId="Web-{0862BB5A-D212-4062-D0E0-CA0AE78B7113}" dt="2026-06-30T11:50:56.519" v="38" actId="20577"/>
          <ac:spMkLst>
            <pc:docMk/>
            <pc:sldMk cId="956406968" sldId="1583"/>
            <ac:spMk id="5" creationId="{3BF86695-03CD-2001-8835-11CE8872E3E6}"/>
          </ac:spMkLst>
        </pc:spChg>
      </pc:sldChg>
      <pc:sldChg chg="addSp delSp modSp modNotes">
        <pc:chgData name="Guest User" userId="S::urn:spo:tenantanon#c91606e4-f272-4d31-bbfc-820bba825ea5::" providerId="AD" clId="Web-{0862BB5A-D212-4062-D0E0-CA0AE78B7113}" dt="2026-06-30T12:32:54.502" v="930"/>
        <pc:sldMkLst>
          <pc:docMk/>
          <pc:sldMk cId="643884977" sldId="1596"/>
        </pc:sldMkLst>
        <pc:spChg chg="mod">
          <ac:chgData name="Guest User" userId="S::urn:spo:tenantanon#c91606e4-f272-4d31-bbfc-820bba825ea5::" providerId="AD" clId="Web-{0862BB5A-D212-4062-D0E0-CA0AE78B7113}" dt="2026-06-30T12:27:24.457" v="854" actId="20577"/>
          <ac:spMkLst>
            <pc:docMk/>
            <pc:sldMk cId="643884977" sldId="1596"/>
            <ac:spMk id="4" creationId="{E8881B14-ECAA-39DE-2F6F-13583621320C}"/>
          </ac:spMkLst>
        </pc:spChg>
        <pc:spChg chg="add mod">
          <ac:chgData name="Guest User" userId="S::urn:spo:tenantanon#c91606e4-f272-4d31-bbfc-820bba825ea5::" providerId="AD" clId="Web-{0862BB5A-D212-4062-D0E0-CA0AE78B7113}" dt="2026-06-30T12:28:18.725" v="872" actId="14100"/>
          <ac:spMkLst>
            <pc:docMk/>
            <pc:sldMk cId="643884977" sldId="1596"/>
            <ac:spMk id="5" creationId="{0C27B4B2-89D7-A048-F9B2-164870BC5520}"/>
          </ac:spMkLst>
        </pc:spChg>
        <pc:spChg chg="add mod">
          <ac:chgData name="Guest User" userId="S::urn:spo:tenantanon#c91606e4-f272-4d31-bbfc-820bba825ea5::" providerId="AD" clId="Web-{0862BB5A-D212-4062-D0E0-CA0AE78B7113}" dt="2026-06-30T12:27:36.504" v="857" actId="1076"/>
          <ac:spMkLst>
            <pc:docMk/>
            <pc:sldMk cId="643884977" sldId="1596"/>
            <ac:spMk id="6" creationId="{4BE1BE79-F551-DDDE-11EB-8790617D04EA}"/>
          </ac:spMkLst>
        </pc:spChg>
        <pc:spChg chg="add mod">
          <ac:chgData name="Guest User" userId="S::urn:spo:tenantanon#c91606e4-f272-4d31-bbfc-820bba825ea5::" providerId="AD" clId="Web-{0862BB5A-D212-4062-D0E0-CA0AE78B7113}" dt="2026-06-30T12:28:03.005" v="866" actId="1076"/>
          <ac:spMkLst>
            <pc:docMk/>
            <pc:sldMk cId="643884977" sldId="1596"/>
            <ac:spMk id="7" creationId="{D51CB93A-FD5F-6002-32F4-8B4AF8592429}"/>
          </ac:spMkLst>
        </pc:spChg>
        <pc:spChg chg="add mod">
          <ac:chgData name="Guest User" userId="S::urn:spo:tenantanon#c91606e4-f272-4d31-bbfc-820bba825ea5::" providerId="AD" clId="Web-{0862BB5A-D212-4062-D0E0-CA0AE78B7113}" dt="2026-06-30T12:30:23.855" v="901" actId="14100"/>
          <ac:spMkLst>
            <pc:docMk/>
            <pc:sldMk cId="643884977" sldId="1596"/>
            <ac:spMk id="8" creationId="{BA9E2EF6-1943-841E-40E9-74E6580D0DE9}"/>
          </ac:spMkLst>
        </pc:spChg>
        <pc:spChg chg="add mod">
          <ac:chgData name="Guest User" userId="S::urn:spo:tenantanon#c91606e4-f272-4d31-bbfc-820bba825ea5::" providerId="AD" clId="Web-{0862BB5A-D212-4062-D0E0-CA0AE78B7113}" dt="2026-06-30T12:28:25.850" v="875" actId="20577"/>
          <ac:spMkLst>
            <pc:docMk/>
            <pc:sldMk cId="643884977" sldId="1596"/>
            <ac:spMk id="9" creationId="{F54546B0-54D2-60E6-8782-4EB7D65EAA86}"/>
          </ac:spMkLst>
        </pc:spChg>
        <pc:spChg chg="add mod">
          <ac:chgData name="Guest User" userId="S::urn:spo:tenantanon#c91606e4-f272-4d31-bbfc-820bba825ea5::" providerId="AD" clId="Web-{0862BB5A-D212-4062-D0E0-CA0AE78B7113}" dt="2026-06-30T12:29:10.211" v="887" actId="1076"/>
          <ac:spMkLst>
            <pc:docMk/>
            <pc:sldMk cId="643884977" sldId="1596"/>
            <ac:spMk id="10" creationId="{A30ACCDC-8415-FDC0-5DD2-03E76E2BD512}"/>
          </ac:spMkLst>
        </pc:spChg>
        <pc:spChg chg="add mod">
          <ac:chgData name="Guest User" userId="S::urn:spo:tenantanon#c91606e4-f272-4d31-bbfc-820bba825ea5::" providerId="AD" clId="Web-{0862BB5A-D212-4062-D0E0-CA0AE78B7113}" dt="2026-06-30T12:30:06.042" v="898" actId="20577"/>
          <ac:spMkLst>
            <pc:docMk/>
            <pc:sldMk cId="643884977" sldId="1596"/>
            <ac:spMk id="11" creationId="{8AACA005-5534-FEC7-1B53-C953B8BCFC63}"/>
          </ac:spMkLst>
        </pc:spChg>
        <pc:spChg chg="add mod">
          <ac:chgData name="Guest User" userId="S::urn:spo:tenantanon#c91606e4-f272-4d31-bbfc-820bba825ea5::" providerId="AD" clId="Web-{0862BB5A-D212-4062-D0E0-CA0AE78B7113}" dt="2026-06-30T12:28:21.537" v="873" actId="14100"/>
          <ac:spMkLst>
            <pc:docMk/>
            <pc:sldMk cId="643884977" sldId="1596"/>
            <ac:spMk id="12" creationId="{FA01F74D-A1B8-A485-275C-D9333915FFDA}"/>
          </ac:spMkLst>
        </pc:spChg>
        <pc:spChg chg="add mod">
          <ac:chgData name="Guest User" userId="S::urn:spo:tenantanon#c91606e4-f272-4d31-bbfc-820bba825ea5::" providerId="AD" clId="Web-{0862BB5A-D212-4062-D0E0-CA0AE78B7113}" dt="2026-06-30T12:30:31.683" v="902" actId="20577"/>
          <ac:spMkLst>
            <pc:docMk/>
            <pc:sldMk cId="643884977" sldId="1596"/>
            <ac:spMk id="13" creationId="{39B56910-37A3-16D0-6B17-9FAD64A67AE6}"/>
          </ac:spMkLst>
        </pc:spChg>
        <pc:picChg chg="add mod">
          <ac:chgData name="Guest User" userId="S::urn:spo:tenantanon#c91606e4-f272-4d31-bbfc-820bba825ea5::" providerId="AD" clId="Web-{0862BB5A-D212-4062-D0E0-CA0AE78B7113}" dt="2026-06-30T12:29:15.180" v="889" actId="1076"/>
          <ac:picMkLst>
            <pc:docMk/>
            <pc:sldMk cId="643884977" sldId="1596"/>
            <ac:picMk id="14" creationId="{11DD8765-83EF-1EE3-22C2-D657BDA705A7}"/>
          </ac:picMkLst>
        </pc:picChg>
        <pc:picChg chg="add mod">
          <ac:chgData name="Guest User" userId="S::urn:spo:tenantanon#c91606e4-f272-4d31-bbfc-820bba825ea5::" providerId="AD" clId="Web-{0862BB5A-D212-4062-D0E0-CA0AE78B7113}" dt="2026-06-30T12:30:11.979" v="899" actId="1076"/>
          <ac:picMkLst>
            <pc:docMk/>
            <pc:sldMk cId="643884977" sldId="1596"/>
            <ac:picMk id="15" creationId="{6BC10026-E2F5-266C-12BE-75C3B9C7AF5D}"/>
          </ac:picMkLst>
        </pc:picChg>
      </pc:sldChg>
      <pc:sldChg chg="addSp delSp modSp">
        <pc:chgData name="Guest User" userId="S::urn:spo:tenantanon#c91606e4-f272-4d31-bbfc-820bba825ea5::" providerId="AD" clId="Web-{0862BB5A-D212-4062-D0E0-CA0AE78B7113}" dt="2026-06-30T12:03:39.539" v="473" actId="1076"/>
        <pc:sldMkLst>
          <pc:docMk/>
          <pc:sldMk cId="1349178301" sldId="1597"/>
        </pc:sldMkLst>
        <pc:spChg chg="mod">
          <ac:chgData name="Guest User" userId="S::urn:spo:tenantanon#c91606e4-f272-4d31-bbfc-820bba825ea5::" providerId="AD" clId="Web-{0862BB5A-D212-4062-D0E0-CA0AE78B7113}" dt="2026-06-30T11:50:31.644" v="28"/>
          <ac:spMkLst>
            <pc:docMk/>
            <pc:sldMk cId="1349178301" sldId="1597"/>
            <ac:spMk id="5" creationId="{13CC72DB-DEE1-580F-F498-84F0595F1439}"/>
          </ac:spMkLst>
        </pc:spChg>
        <pc:graphicFrameChg chg="add mod modGraphic">
          <ac:chgData name="Guest User" userId="S::urn:spo:tenantanon#c91606e4-f272-4d31-bbfc-820bba825ea5::" providerId="AD" clId="Web-{0862BB5A-D212-4062-D0E0-CA0AE78B7113}" dt="2026-06-30T12:03:39.539" v="473" actId="1076"/>
          <ac:graphicFrameMkLst>
            <pc:docMk/>
            <pc:sldMk cId="1349178301" sldId="1597"/>
            <ac:graphicFrameMk id="2" creationId="{6721C125-3FFE-B143-CEE8-C3C8EACA1EC3}"/>
          </ac:graphicFrameMkLst>
        </pc:graphicFrameChg>
      </pc:sldChg>
      <pc:sldChg chg="delSp modSp add replId modNotes">
        <pc:chgData name="Guest User" userId="S::urn:spo:tenantanon#c91606e4-f272-4d31-bbfc-820bba825ea5::" providerId="AD" clId="Web-{0862BB5A-D212-4062-D0E0-CA0AE78B7113}" dt="2026-06-30T12:37:17.481" v="1063"/>
        <pc:sldMkLst>
          <pc:docMk/>
          <pc:sldMk cId="2643080757" sldId="1598"/>
        </pc:sldMkLst>
        <pc:picChg chg="mod modCrop">
          <ac:chgData name="Guest User" userId="S::urn:spo:tenantanon#c91606e4-f272-4d31-bbfc-820bba825ea5::" providerId="AD" clId="Web-{0862BB5A-D212-4062-D0E0-CA0AE78B7113}" dt="2026-06-30T12:31:41.983" v="914" actId="1076"/>
          <ac:picMkLst>
            <pc:docMk/>
            <pc:sldMk cId="2643080757" sldId="1598"/>
            <ac:picMk id="3" creationId="{98D3E861-273C-FF29-191A-51D368C5B673}"/>
          </ac:picMkLst>
        </pc:picChg>
      </pc:sldChg>
    </pc:docChg>
  </pc:docChgLst>
  <pc:docChgLst>
    <pc:chgData name="Guest User" userId="S::urn:spo:tenantanon#c91606e4-f272-4d31-bbfc-820bba825ea5::" providerId="AD" clId="Web-{177DED75-CCE4-80A4-3A4C-E2B72FFB038B}"/>
    <pc:docChg chg="modSld">
      <pc:chgData name="Guest User" userId="S::urn:spo:tenantanon#c91606e4-f272-4d31-bbfc-820bba825ea5::" providerId="AD" clId="Web-{177DED75-CCE4-80A4-3A4C-E2B72FFB038B}" dt="2026-06-29T14:26:35.019" v="0"/>
      <pc:docMkLst>
        <pc:docMk/>
      </pc:docMkLst>
      <pc:sldChg chg="delSp">
        <pc:chgData name="Guest User" userId="S::urn:spo:tenantanon#c91606e4-f272-4d31-bbfc-820bba825ea5::" providerId="AD" clId="Web-{177DED75-CCE4-80A4-3A4C-E2B72FFB038B}" dt="2026-06-29T14:26:35.019" v="0"/>
        <pc:sldMkLst>
          <pc:docMk/>
          <pc:sldMk cId="3341672787" sldId="1573"/>
        </pc:sldMkLst>
      </pc:sldChg>
    </pc:docChg>
  </pc:docChgLst>
  <pc:docChgLst>
    <pc:chgData name="Guest User" userId="S::urn:spo:tenantanon#c91606e4-f272-4d31-bbfc-820bba825ea5::" providerId="AD" clId="Web-{BCFE979A-8894-4EB4-E8C4-043875F0AC2C}"/>
    <pc:docChg chg="addSld delSld modSld">
      <pc:chgData name="Guest User" userId="S::urn:spo:tenantanon#c91606e4-f272-4d31-bbfc-820bba825ea5::" providerId="AD" clId="Web-{BCFE979A-8894-4EB4-E8C4-043875F0AC2C}" dt="2026-06-19T10:45:08.789" v="888"/>
      <pc:docMkLst>
        <pc:docMk/>
      </pc:docMkLst>
      <pc:sldChg chg="modNotes">
        <pc:chgData name="Guest User" userId="S::urn:spo:tenantanon#c91606e4-f272-4d31-bbfc-820bba825ea5::" providerId="AD" clId="Web-{BCFE979A-8894-4EB4-E8C4-043875F0AC2C}" dt="2026-06-19T10:11:42.268" v="187"/>
        <pc:sldMkLst>
          <pc:docMk/>
          <pc:sldMk cId="3093236528" sldId="719"/>
        </pc:sldMkLst>
      </pc:sldChg>
      <pc:sldChg chg="addSp modSp modNotes">
        <pc:chgData name="Guest User" userId="S::urn:spo:tenantanon#c91606e4-f272-4d31-bbfc-820bba825ea5::" providerId="AD" clId="Web-{BCFE979A-8894-4EB4-E8C4-043875F0AC2C}" dt="2026-06-19T10:05:18.680" v="139"/>
        <pc:sldMkLst>
          <pc:docMk/>
          <pc:sldMk cId="2935409531" sldId="858"/>
        </pc:sldMkLst>
        <pc:spChg chg="mod">
          <ac:chgData name="Guest User" userId="S::urn:spo:tenantanon#c91606e4-f272-4d31-bbfc-820bba825ea5::" providerId="AD" clId="Web-{BCFE979A-8894-4EB4-E8C4-043875F0AC2C}" dt="2026-06-19T10:04:59.273" v="98" actId="20577"/>
          <ac:spMkLst>
            <pc:docMk/>
            <pc:sldMk cId="2935409531" sldId="858"/>
            <ac:spMk id="5" creationId="{C882A260-2DA6-66EE-C531-6680369DDFF0}"/>
          </ac:spMkLst>
        </pc:spChg>
        <pc:picChg chg="add mod">
          <ac:chgData name="Guest User" userId="S::urn:spo:tenantanon#c91606e4-f272-4d31-bbfc-820bba825ea5::" providerId="AD" clId="Web-{BCFE979A-8894-4EB4-E8C4-043875F0AC2C}" dt="2026-06-19T09:52:35.880" v="64" actId="1076"/>
          <ac:picMkLst>
            <pc:docMk/>
            <pc:sldMk cId="2935409531" sldId="858"/>
            <ac:picMk id="6" creationId="{EE563B9D-6B72-4821-CF42-C0A9C6DD0FD1}"/>
          </ac:picMkLst>
        </pc:picChg>
      </pc:sldChg>
      <pc:sldChg chg="modSp modNotes">
        <pc:chgData name="Guest User" userId="S::urn:spo:tenantanon#c91606e4-f272-4d31-bbfc-820bba825ea5::" providerId="AD" clId="Web-{BCFE979A-8894-4EB4-E8C4-043875F0AC2C}" dt="2026-06-19T09:43:28.285" v="44"/>
        <pc:sldMkLst>
          <pc:docMk/>
          <pc:sldMk cId="185045434" sldId="861"/>
        </pc:sldMkLst>
        <pc:spChg chg="mod">
          <ac:chgData name="Guest User" userId="S::urn:spo:tenantanon#c91606e4-f272-4d31-bbfc-820bba825ea5::" providerId="AD" clId="Web-{BCFE979A-8894-4EB4-E8C4-043875F0AC2C}" dt="2026-06-19T09:43:02.877" v="22" actId="20577"/>
          <ac:spMkLst>
            <pc:docMk/>
            <pc:sldMk cId="185045434" sldId="861"/>
            <ac:spMk id="5" creationId="{39818752-6BB9-569F-E6F0-2EABF4FB07C4}"/>
          </ac:spMkLst>
        </pc:spChg>
      </pc:sldChg>
      <pc:sldChg chg="modSp modNotes">
        <pc:chgData name="Guest User" userId="S::urn:spo:tenantanon#c91606e4-f272-4d31-bbfc-820bba825ea5::" providerId="AD" clId="Web-{BCFE979A-8894-4EB4-E8C4-043875F0AC2C}" dt="2026-06-19T10:30:47.332" v="432" actId="20577"/>
        <pc:sldMkLst>
          <pc:docMk/>
          <pc:sldMk cId="571785858" sldId="1571"/>
        </pc:sldMkLst>
        <pc:spChg chg="mod">
          <ac:chgData name="Guest User" userId="S::urn:spo:tenantanon#c91606e4-f272-4d31-bbfc-820bba825ea5::" providerId="AD" clId="Web-{BCFE979A-8894-4EB4-E8C4-043875F0AC2C}" dt="2026-06-19T10:30:47.332" v="432" actId="20577"/>
          <ac:spMkLst>
            <pc:docMk/>
            <pc:sldMk cId="571785858" sldId="1571"/>
            <ac:spMk id="5" creationId="{22D74276-7D77-8C41-A29B-114BD0D08202}"/>
          </ac:spMkLst>
        </pc:spChg>
      </pc:sldChg>
      <pc:sldChg chg="addSp modSp modNotes">
        <pc:chgData name="Guest User" userId="S::urn:spo:tenantanon#c91606e4-f272-4d31-bbfc-820bba825ea5::" providerId="AD" clId="Web-{BCFE979A-8894-4EB4-E8C4-043875F0AC2C}" dt="2026-06-19T10:45:08.789" v="888"/>
        <pc:sldMkLst>
          <pc:docMk/>
          <pc:sldMk cId="3341672787" sldId="1573"/>
        </pc:sldMkLst>
        <pc:spChg chg="mod">
          <ac:chgData name="Guest User" userId="S::urn:spo:tenantanon#c91606e4-f272-4d31-bbfc-820bba825ea5::" providerId="AD" clId="Web-{BCFE979A-8894-4EB4-E8C4-043875F0AC2C}" dt="2026-06-19T10:43:08.502" v="733" actId="20577"/>
          <ac:spMkLst>
            <pc:docMk/>
            <pc:sldMk cId="3341672787" sldId="1573"/>
            <ac:spMk id="5" creationId="{4341F946-A7FA-5677-6BD2-553439BA86E1}"/>
          </ac:spMkLst>
        </pc:spChg>
      </pc:sldChg>
      <pc:sldChg chg="modSp modNotes">
        <pc:chgData name="Guest User" userId="S::urn:spo:tenantanon#c91606e4-f272-4d31-bbfc-820bba825ea5::" providerId="AD" clId="Web-{BCFE979A-8894-4EB4-E8C4-043875F0AC2C}" dt="2026-06-19T09:31:34.723" v="14" actId="20577"/>
        <pc:sldMkLst>
          <pc:docMk/>
          <pc:sldMk cId="1489350177" sldId="1576"/>
        </pc:sldMkLst>
        <pc:spChg chg="mod">
          <ac:chgData name="Guest User" userId="S::urn:spo:tenantanon#c91606e4-f272-4d31-bbfc-820bba825ea5::" providerId="AD" clId="Web-{BCFE979A-8894-4EB4-E8C4-043875F0AC2C}" dt="2026-06-19T09:31:34.723" v="14" actId="20577"/>
          <ac:spMkLst>
            <pc:docMk/>
            <pc:sldMk cId="1489350177" sldId="1576"/>
            <ac:spMk id="2" creationId="{28A0C364-3DA8-EFBE-EDEF-9D6859E4D354}"/>
          </ac:spMkLst>
        </pc:spChg>
      </pc:sldChg>
    </pc:docChg>
  </pc:docChgLst>
  <pc:docChgLst>
    <pc:chgData name="Guest User" userId="S::urn:spo:tenantanon#c91606e4-f272-4d31-bbfc-820bba825ea5::" providerId="AD" clId="Web-{C5FD7693-F6D4-6274-E2CE-33C8DE146AFB}"/>
    <pc:docChg chg="modSld">
      <pc:chgData name="Guest User" userId="S::urn:spo:tenantanon#c91606e4-f272-4d31-bbfc-820bba825ea5::" providerId="AD" clId="Web-{C5FD7693-F6D4-6274-E2CE-33C8DE146AFB}" dt="2026-06-15T12:04:40.756" v="852" actId="20577"/>
      <pc:docMkLst>
        <pc:docMk/>
      </pc:docMkLst>
    </pc:docChg>
  </pc:docChgLst>
  <pc:docChgLst>
    <pc:chgData name="Guest User" userId="S::urn:spo:tenantanon#c91606e4-f272-4d31-bbfc-820bba825ea5::" providerId="AD" clId="Web-{9E789B5A-157D-4970-F81F-E8655B0099C6}"/>
    <pc:docChg chg="modSld">
      <pc:chgData name="Guest User" userId="S::urn:spo:tenantanon#c91606e4-f272-4d31-bbfc-820bba825ea5::" providerId="AD" clId="Web-{9E789B5A-157D-4970-F81F-E8655B0099C6}" dt="2026-07-15T13:36:23.244" v="1" actId="1076"/>
      <pc:docMkLst>
        <pc:docMk/>
      </pc:docMkLst>
      <pc:sldChg chg="modSp">
        <pc:chgData name="Guest User" userId="S::urn:spo:tenantanon#c91606e4-f272-4d31-bbfc-820bba825ea5::" providerId="AD" clId="Web-{9E789B5A-157D-4970-F81F-E8655B0099C6}" dt="2026-07-15T13:36:23.244" v="1" actId="1076"/>
        <pc:sldMkLst>
          <pc:docMk/>
          <pc:sldMk cId="2643080757" sldId="1598"/>
        </pc:sldMkLst>
        <pc:picChg chg="mod">
          <ac:chgData name="Guest User" userId="S::urn:spo:tenantanon#c91606e4-f272-4d31-bbfc-820bba825ea5::" providerId="AD" clId="Web-{9E789B5A-157D-4970-F81F-E8655B0099C6}" dt="2026-07-15T13:36:23.244" v="1" actId="1076"/>
          <ac:picMkLst>
            <pc:docMk/>
            <pc:sldMk cId="2643080757" sldId="1598"/>
            <ac:picMk id="3" creationId="{98D3E861-273C-FF29-191A-51D368C5B673}"/>
          </ac:picMkLst>
        </pc:picChg>
      </pc:sldChg>
    </pc:docChg>
  </pc:docChgLst>
  <pc:docChgLst>
    <pc:chgData name="CIVET Annaig" userId="S::a.civet@fiteco.com::79765bbd-8b16-459a-bf48-ad0fdd5a89f1" providerId="AD" clId="Web-{72A59903-D93D-48F4-B965-19FC80744196}"/>
    <pc:docChg chg="modSld">
      <pc:chgData name="CIVET Annaig" userId="S::a.civet@fiteco.com::79765bbd-8b16-459a-bf48-ad0fdd5a89f1" providerId="AD" clId="Web-{72A59903-D93D-48F4-B965-19FC80744196}" dt="2026-06-29T07:36:37.910" v="67"/>
      <pc:docMkLst>
        <pc:docMk/>
      </pc:docMkLst>
      <pc:sldChg chg="modSp modNotes">
        <pc:chgData name="CIVET Annaig" userId="S::a.civet@fiteco.com::79765bbd-8b16-459a-bf48-ad0fdd5a89f1" providerId="AD" clId="Web-{72A59903-D93D-48F4-B965-19FC80744196}" dt="2026-06-29T07:22:36.297" v="49"/>
        <pc:sldMkLst>
          <pc:docMk/>
          <pc:sldMk cId="1242284759" sldId="1582"/>
        </pc:sldMkLst>
        <pc:spChg chg="mod">
          <ac:chgData name="CIVET Annaig" userId="S::a.civet@fiteco.com::79765bbd-8b16-459a-bf48-ad0fdd5a89f1" providerId="AD" clId="Web-{72A59903-D93D-48F4-B965-19FC80744196}" dt="2026-06-29T07:22:06.671" v="11" actId="20577"/>
          <ac:spMkLst>
            <pc:docMk/>
            <pc:sldMk cId="1242284759" sldId="1582"/>
            <ac:spMk id="5" creationId="{0D113E80-54F9-85D1-0F93-ACB53E17AA61}"/>
          </ac:spMkLst>
        </pc:spChg>
      </pc:sldChg>
      <pc:sldChg chg="modNotes">
        <pc:chgData name="CIVET Annaig" userId="S::a.civet@fiteco.com::79765bbd-8b16-459a-bf48-ad0fdd5a89f1" providerId="AD" clId="Web-{72A59903-D93D-48F4-B965-19FC80744196}" dt="2026-06-29T07:36:37.910" v="67"/>
        <pc:sldMkLst>
          <pc:docMk/>
          <pc:sldMk cId="956406968" sldId="1583"/>
        </pc:sldMkLst>
      </pc:sldChg>
      <pc:sldChg chg="modSp">
        <pc:chgData name="CIVET Annaig" userId="S::a.civet@fiteco.com::79765bbd-8b16-459a-bf48-ad0fdd5a89f1" providerId="AD" clId="Web-{72A59903-D93D-48F4-B965-19FC80744196}" dt="2026-06-29T07:22:50.032" v="51" actId="1076"/>
        <pc:sldMkLst>
          <pc:docMk/>
          <pc:sldMk cId="1349178301" sldId="1597"/>
        </pc:sldMkLst>
      </pc:sldChg>
    </pc:docChg>
  </pc:docChgLst>
  <pc:docChgLst>
    <pc:chgData name="Guest User" userId="S::urn:spo:tenantanon#c91606e4-f272-4d31-bbfc-820bba825ea5::" providerId="AD" clId="Web-{AE176F88-8BA1-6CCB-F5DC-245A5652ED40}"/>
    <pc:docChg chg="modSld">
      <pc:chgData name="Guest User" userId="S::urn:spo:tenantanon#c91606e4-f272-4d31-bbfc-820bba825ea5::" providerId="AD" clId="Web-{AE176F88-8BA1-6CCB-F5DC-245A5652ED40}" dt="2026-07-01T13:57:57.200" v="42" actId="20577"/>
      <pc:docMkLst>
        <pc:docMk/>
      </pc:docMkLst>
      <pc:sldChg chg="modSp">
        <pc:chgData name="Guest User" userId="S::urn:spo:tenantanon#c91606e4-f272-4d31-bbfc-820bba825ea5::" providerId="AD" clId="Web-{AE176F88-8BA1-6CCB-F5DC-245A5652ED40}" dt="2026-07-01T13:57:57.200" v="42" actId="20577"/>
        <pc:sldMkLst>
          <pc:docMk/>
          <pc:sldMk cId="404332768" sldId="1560"/>
        </pc:sldMkLst>
        <pc:spChg chg="mod">
          <ac:chgData name="Guest User" userId="S::urn:spo:tenantanon#c91606e4-f272-4d31-bbfc-820bba825ea5::" providerId="AD" clId="Web-{AE176F88-8BA1-6CCB-F5DC-245A5652ED40}" dt="2026-07-01T13:57:16.431" v="27" actId="14100"/>
          <ac:spMkLst>
            <pc:docMk/>
            <pc:sldMk cId="404332768" sldId="1560"/>
            <ac:spMk id="6" creationId="{9ADE2BA6-E06D-FDDA-9EE2-C5E98F2A0EAE}"/>
          </ac:spMkLst>
        </pc:spChg>
        <pc:spChg chg="mod">
          <ac:chgData name="Guest User" userId="S::urn:spo:tenantanon#c91606e4-f272-4d31-bbfc-820bba825ea5::" providerId="AD" clId="Web-{AE176F88-8BA1-6CCB-F5DC-245A5652ED40}" dt="2026-07-01T13:57:57.200" v="42" actId="20577"/>
          <ac:spMkLst>
            <pc:docMk/>
            <pc:sldMk cId="404332768" sldId="1560"/>
            <ac:spMk id="8" creationId="{06D2CEF6-BE57-6979-E272-37618BFDDDD0}"/>
          </ac:spMkLst>
        </pc:spChg>
      </pc:sldChg>
    </pc:docChg>
  </pc:docChgLst>
  <pc:docChgLst>
    <pc:chgData name="FIOL Lucile" userId="S::lu.fiol@fiteco.com::778d51e7-5060-41a7-a923-b51ba3a4c523" providerId="AD" clId="Web-{4644B66C-8487-41EB-B98C-DA8447982FAD}"/>
    <pc:docChg chg="addSld modSld">
      <pc:chgData name="FIOL Lucile" userId="S::lu.fiol@fiteco.com::778d51e7-5060-41a7-a923-b51ba3a4c523" providerId="AD" clId="Web-{4644B66C-8487-41EB-B98C-DA8447982FAD}" dt="2026-06-15T15:00:14.905" v="308" actId="20577"/>
      <pc:docMkLst>
        <pc:docMk/>
      </pc:docMkLst>
      <pc:sldChg chg="modNotes">
        <pc:chgData name="FIOL Lucile" userId="S::lu.fiol@fiteco.com::778d51e7-5060-41a7-a923-b51ba3a4c523" providerId="AD" clId="Web-{4644B66C-8487-41EB-B98C-DA8447982FAD}" dt="2026-06-15T14:50:31.027" v="112"/>
        <pc:sldMkLst>
          <pc:docMk/>
          <pc:sldMk cId="217585904" sldId="259"/>
        </pc:sldMkLst>
      </pc:sldChg>
      <pc:sldChg chg="addSp modSp">
        <pc:chgData name="FIOL Lucile" userId="S::lu.fiol@fiteco.com::778d51e7-5060-41a7-a923-b51ba3a4c523" providerId="AD" clId="Web-{4644B66C-8487-41EB-B98C-DA8447982FAD}" dt="2026-06-15T14:53:31.767" v="191" actId="14100"/>
        <pc:sldMkLst>
          <pc:docMk/>
          <pc:sldMk cId="2649641721" sldId="276"/>
        </pc:sldMkLst>
        <pc:spChg chg="add mod">
          <ac:chgData name="FIOL Lucile" userId="S::lu.fiol@fiteco.com::778d51e7-5060-41a7-a923-b51ba3a4c523" providerId="AD" clId="Web-{4644B66C-8487-41EB-B98C-DA8447982FAD}" dt="2026-06-15T14:52:48.610" v="161" actId="20577"/>
          <ac:spMkLst>
            <pc:docMk/>
            <pc:sldMk cId="2649641721" sldId="276"/>
            <ac:spMk id="6" creationId="{300E97B6-D3D5-2D60-B063-8FE1A1959BDF}"/>
          </ac:spMkLst>
        </pc:spChg>
        <pc:spChg chg="add mod">
          <ac:chgData name="FIOL Lucile" userId="S::lu.fiol@fiteco.com::778d51e7-5060-41a7-a923-b51ba3a4c523" providerId="AD" clId="Web-{4644B66C-8487-41EB-B98C-DA8447982FAD}" dt="2026-06-15T14:53:08.329" v="186" actId="20577"/>
          <ac:spMkLst>
            <pc:docMk/>
            <pc:sldMk cId="2649641721" sldId="276"/>
            <ac:spMk id="7" creationId="{6497CB0E-23CE-EC99-D416-B9D35FDAA650}"/>
          </ac:spMkLst>
        </pc:spChg>
        <pc:picChg chg="add mod">
          <ac:chgData name="FIOL Lucile" userId="S::lu.fiol@fiteco.com::778d51e7-5060-41a7-a923-b51ba3a4c523" providerId="AD" clId="Web-{4644B66C-8487-41EB-B98C-DA8447982FAD}" dt="2026-06-15T14:52:17.859" v="142" actId="14100"/>
          <ac:picMkLst>
            <pc:docMk/>
            <pc:sldMk cId="2649641721" sldId="276"/>
            <ac:picMk id="4" creationId="{6E4F6491-7888-DE28-1EFF-8FCA32D95747}"/>
          </ac:picMkLst>
        </pc:picChg>
        <pc:picChg chg="mod">
          <ac:chgData name="FIOL Lucile" userId="S::lu.fiol@fiteco.com::778d51e7-5060-41a7-a923-b51ba3a4c523" providerId="AD" clId="Web-{4644B66C-8487-41EB-B98C-DA8447982FAD}" dt="2026-06-15T14:52:00.312" v="139" actId="1076"/>
          <ac:picMkLst>
            <pc:docMk/>
            <pc:sldMk cId="2649641721" sldId="276"/>
            <ac:picMk id="5" creationId="{87F4926E-D0D1-8832-2FB4-987FF9DDA2A7}"/>
          </ac:picMkLst>
        </pc:picChg>
        <pc:picChg chg="add mod">
          <ac:chgData name="FIOL Lucile" userId="S::lu.fiol@fiteco.com::778d51e7-5060-41a7-a923-b51ba3a4c523" providerId="AD" clId="Web-{4644B66C-8487-41EB-B98C-DA8447982FAD}" dt="2026-06-15T14:53:31.767" v="191" actId="14100"/>
          <ac:picMkLst>
            <pc:docMk/>
            <pc:sldMk cId="2649641721" sldId="276"/>
            <ac:picMk id="10" creationId="{9AA90A7C-B49A-092C-7D89-88C233BCCDB9}"/>
          </ac:picMkLst>
        </pc:picChg>
      </pc:sldChg>
      <pc:sldChg chg="modNotes">
        <pc:chgData name="FIOL Lucile" userId="S::lu.fiol@fiteco.com::778d51e7-5060-41a7-a923-b51ba3a4c523" providerId="AD" clId="Web-{4644B66C-8487-41EB-B98C-DA8447982FAD}" dt="2026-06-15T14:51:44.936" v="137"/>
        <pc:sldMkLst>
          <pc:docMk/>
          <pc:sldMk cId="174529060" sldId="279"/>
        </pc:sldMkLst>
      </pc:sldChg>
      <pc:sldChg chg="modSp modNotes">
        <pc:chgData name="FIOL Lucile" userId="S::lu.fiol@fiteco.com::778d51e7-5060-41a7-a923-b51ba3a4c523" providerId="AD" clId="Web-{4644B66C-8487-41EB-B98C-DA8447982FAD}" dt="2026-06-15T14:44:57.530" v="18"/>
        <pc:sldMkLst>
          <pc:docMk/>
          <pc:sldMk cId="3450440071" sldId="695"/>
        </pc:sldMkLst>
        <pc:spChg chg="mod">
          <ac:chgData name="FIOL Lucile" userId="S::lu.fiol@fiteco.com::778d51e7-5060-41a7-a923-b51ba3a4c523" providerId="AD" clId="Web-{4644B66C-8487-41EB-B98C-DA8447982FAD}" dt="2026-06-15T14:44:28.920" v="0" actId="20577"/>
          <ac:spMkLst>
            <pc:docMk/>
            <pc:sldMk cId="3450440071" sldId="695"/>
            <ac:spMk id="3" creationId="{4F994D77-6E5E-309F-15EF-338C4E79B66D}"/>
          </ac:spMkLst>
        </pc:spChg>
      </pc:sldChg>
      <pc:sldChg chg="modSp">
        <pc:chgData name="FIOL Lucile" userId="S::lu.fiol@fiteco.com::778d51e7-5060-41a7-a923-b51ba3a4c523" providerId="AD" clId="Web-{4644B66C-8487-41EB-B98C-DA8447982FAD}" dt="2026-06-15T14:54:35.035" v="211" actId="20577"/>
        <pc:sldMkLst>
          <pc:docMk/>
          <pc:sldMk cId="1611006643" sldId="718"/>
        </pc:sldMkLst>
        <pc:spChg chg="mod">
          <ac:chgData name="FIOL Lucile" userId="S::lu.fiol@fiteco.com::778d51e7-5060-41a7-a923-b51ba3a4c523" providerId="AD" clId="Web-{4644B66C-8487-41EB-B98C-DA8447982FAD}" dt="2026-06-15T14:54:35.035" v="211" actId="20577"/>
          <ac:spMkLst>
            <pc:docMk/>
            <pc:sldMk cId="1611006643" sldId="718"/>
            <ac:spMk id="5" creationId="{90BC446B-146F-F675-18E0-69E1AC736CE9}"/>
          </ac:spMkLst>
        </pc:spChg>
      </pc:sldChg>
      <pc:sldChg chg="modSp">
        <pc:chgData name="FIOL Lucile" userId="S::lu.fiol@fiteco.com::778d51e7-5060-41a7-a923-b51ba3a4c523" providerId="AD" clId="Web-{4644B66C-8487-41EB-B98C-DA8447982FAD}" dt="2026-06-15T15:00:14.905" v="308" actId="20577"/>
        <pc:sldMkLst>
          <pc:docMk/>
          <pc:sldMk cId="547153299" sldId="1566"/>
        </pc:sldMkLst>
        <pc:spChg chg="mod">
          <ac:chgData name="FIOL Lucile" userId="S::lu.fiol@fiteco.com::778d51e7-5060-41a7-a923-b51ba3a4c523" providerId="AD" clId="Web-{4644B66C-8487-41EB-B98C-DA8447982FAD}" dt="2026-06-15T15:00:14.905" v="308" actId="20577"/>
          <ac:spMkLst>
            <pc:docMk/>
            <pc:sldMk cId="547153299" sldId="1566"/>
            <ac:spMk id="3" creationId="{082AE675-6C7A-84A8-75D5-BB0B5E27DAB4}"/>
          </ac:spMkLst>
        </pc:spChg>
      </pc:sldChg>
      <pc:sldChg chg="modSp">
        <pc:chgData name="FIOL Lucile" userId="S::lu.fiol@fiteco.com::778d51e7-5060-41a7-a923-b51ba3a4c523" providerId="AD" clId="Web-{4644B66C-8487-41EB-B98C-DA8447982FAD}" dt="2026-06-15T14:58:24.183" v="264" actId="20577"/>
        <pc:sldMkLst>
          <pc:docMk/>
          <pc:sldMk cId="1527709142" sldId="1567"/>
        </pc:sldMkLst>
      </pc:sldChg>
      <pc:sldChg chg="modSp">
        <pc:chgData name="FIOL Lucile" userId="S::lu.fiol@fiteco.com::778d51e7-5060-41a7-a923-b51ba3a4c523" providerId="AD" clId="Web-{4644B66C-8487-41EB-B98C-DA8447982FAD}" dt="2026-06-15T14:56:14.897" v="230"/>
        <pc:sldMkLst>
          <pc:docMk/>
          <pc:sldMk cId="1489350177" sldId="1576"/>
        </pc:sldMkLst>
        <pc:graphicFrameChg chg="mod modGraphic">
          <ac:chgData name="FIOL Lucile" userId="S::lu.fiol@fiteco.com::778d51e7-5060-41a7-a923-b51ba3a4c523" providerId="AD" clId="Web-{4644B66C-8487-41EB-B98C-DA8447982FAD}" dt="2026-06-15T14:56:14.897" v="230"/>
          <ac:graphicFrameMkLst>
            <pc:docMk/>
            <pc:sldMk cId="1489350177" sldId="1576"/>
            <ac:graphicFrameMk id="7" creationId="{DDDEF768-33B7-8355-08EE-53013EE3B009}"/>
          </ac:graphicFrameMkLst>
        </pc:graphicFrameChg>
      </pc:sldChg>
      <pc:sldChg chg="modSp add replId">
        <pc:chgData name="FIOL Lucile" userId="S::lu.fiol@fiteco.com::778d51e7-5060-41a7-a923-b51ba3a4c523" providerId="AD" clId="Web-{4644B66C-8487-41EB-B98C-DA8447982FAD}" dt="2026-06-15T14:48:01.757" v="62" actId="20577"/>
        <pc:sldMkLst>
          <pc:docMk/>
          <pc:sldMk cId="1242284759" sldId="1582"/>
        </pc:sldMkLst>
        <pc:spChg chg="mod">
          <ac:chgData name="FIOL Lucile" userId="S::lu.fiol@fiteco.com::778d51e7-5060-41a7-a923-b51ba3a4c523" providerId="AD" clId="Web-{4644B66C-8487-41EB-B98C-DA8447982FAD}" dt="2026-06-15T14:48:01.757" v="62" actId="20577"/>
          <ac:spMkLst>
            <pc:docMk/>
            <pc:sldMk cId="1242284759" sldId="1582"/>
            <ac:spMk id="5" creationId="{0D113E80-54F9-85D1-0F93-ACB53E17AA61}"/>
          </ac:spMkLst>
        </pc:spChg>
      </pc:sldChg>
      <pc:sldChg chg="modSp add replId">
        <pc:chgData name="FIOL Lucile" userId="S::lu.fiol@fiteco.com::778d51e7-5060-41a7-a923-b51ba3a4c523" providerId="AD" clId="Web-{4644B66C-8487-41EB-B98C-DA8447982FAD}" dt="2026-06-15T14:55:01.489" v="217" actId="20577"/>
        <pc:sldMkLst>
          <pc:docMk/>
          <pc:sldMk cId="956406968" sldId="1583"/>
        </pc:sldMkLst>
        <pc:spChg chg="mod">
          <ac:chgData name="FIOL Lucile" userId="S::lu.fiol@fiteco.com::778d51e7-5060-41a7-a923-b51ba3a4c523" providerId="AD" clId="Web-{4644B66C-8487-41EB-B98C-DA8447982FAD}" dt="2026-06-15T14:55:01.489" v="217" actId="20577"/>
          <ac:spMkLst>
            <pc:docMk/>
            <pc:sldMk cId="956406968" sldId="1583"/>
            <ac:spMk id="5" creationId="{3BF86695-03CD-2001-8835-11CE8872E3E6}"/>
          </ac:spMkLst>
        </pc:spChg>
      </pc:sldChg>
    </pc:docChg>
  </pc:docChgLst>
  <pc:docChgLst>
    <pc:chgData name="FIOL Lucile" userId="S::lu.fiol@fiteco.com::778d51e7-5060-41a7-a923-b51ba3a4c523" providerId="AD" clId="Web-{D70B7B9F-D544-4125-8232-CB664137A6AE}"/>
    <pc:docChg chg="delSld modSld">
      <pc:chgData name="FIOL Lucile" userId="S::lu.fiol@fiteco.com::778d51e7-5060-41a7-a923-b51ba3a4c523" providerId="AD" clId="Web-{D70B7B9F-D544-4125-8232-CB664137A6AE}" dt="2026-06-16T13:24:47.847" v="145" actId="1076"/>
      <pc:docMkLst>
        <pc:docMk/>
      </pc:docMkLst>
      <pc:sldChg chg="modSp">
        <pc:chgData name="FIOL Lucile" userId="S::lu.fiol@fiteco.com::778d51e7-5060-41a7-a923-b51ba3a4c523" providerId="AD" clId="Web-{D70B7B9F-D544-4125-8232-CB664137A6AE}" dt="2026-06-16T13:06:55.450" v="141" actId="1076"/>
        <pc:sldMkLst>
          <pc:docMk/>
          <pc:sldMk cId="2649641721" sldId="276"/>
        </pc:sldMkLst>
        <pc:spChg chg="mod">
          <ac:chgData name="FIOL Lucile" userId="S::lu.fiol@fiteco.com::778d51e7-5060-41a7-a923-b51ba3a4c523" providerId="AD" clId="Web-{D70B7B9F-D544-4125-8232-CB664137A6AE}" dt="2026-06-16T13:06:34.825" v="139" actId="1076"/>
          <ac:spMkLst>
            <pc:docMk/>
            <pc:sldMk cId="2649641721" sldId="276"/>
            <ac:spMk id="6" creationId="{300E97B6-D3D5-2D60-B063-8FE1A1959BDF}"/>
          </ac:spMkLst>
        </pc:spChg>
        <pc:picChg chg="mod">
          <ac:chgData name="FIOL Lucile" userId="S::lu.fiol@fiteco.com::778d51e7-5060-41a7-a923-b51ba3a4c523" providerId="AD" clId="Web-{D70B7B9F-D544-4125-8232-CB664137A6AE}" dt="2026-06-16T13:06:55.450" v="141" actId="1076"/>
          <ac:picMkLst>
            <pc:docMk/>
            <pc:sldMk cId="2649641721" sldId="276"/>
            <ac:picMk id="10" creationId="{9AA90A7C-B49A-092C-7D89-88C233BCCDB9}"/>
          </ac:picMkLst>
        </pc:picChg>
      </pc:sldChg>
      <pc:sldChg chg="modSp">
        <pc:chgData name="FIOL Lucile" userId="S::lu.fiol@fiteco.com::778d51e7-5060-41a7-a923-b51ba3a4c523" providerId="AD" clId="Web-{D70B7B9F-D544-4125-8232-CB664137A6AE}" dt="2026-06-16T12:47:36.617" v="0" actId="20577"/>
        <pc:sldMkLst>
          <pc:docMk/>
          <pc:sldMk cId="174529060" sldId="279"/>
        </pc:sldMkLst>
        <pc:spChg chg="mod">
          <ac:chgData name="FIOL Lucile" userId="S::lu.fiol@fiteco.com::778d51e7-5060-41a7-a923-b51ba3a4c523" providerId="AD" clId="Web-{D70B7B9F-D544-4125-8232-CB664137A6AE}" dt="2026-06-16T12:47:36.617" v="0" actId="20577"/>
          <ac:spMkLst>
            <pc:docMk/>
            <pc:sldMk cId="174529060" sldId="279"/>
            <ac:spMk id="4" creationId="{208E307D-BC11-83AF-033A-4E3D17B6E764}"/>
          </ac:spMkLst>
        </pc:spChg>
      </pc:sldChg>
      <pc:sldChg chg="modSp">
        <pc:chgData name="FIOL Lucile" userId="S::lu.fiol@fiteco.com::778d51e7-5060-41a7-a923-b51ba3a4c523" providerId="AD" clId="Web-{D70B7B9F-D544-4125-8232-CB664137A6AE}" dt="2026-06-16T12:48:27.257" v="1" actId="14100"/>
        <pc:sldMkLst>
          <pc:docMk/>
          <pc:sldMk cId="1653778530" sldId="797"/>
        </pc:sldMkLst>
        <pc:picChg chg="mod">
          <ac:chgData name="FIOL Lucile" userId="S::lu.fiol@fiteco.com::778d51e7-5060-41a7-a923-b51ba3a4c523" providerId="AD" clId="Web-{D70B7B9F-D544-4125-8232-CB664137A6AE}" dt="2026-06-16T12:48:27.257" v="1" actId="14100"/>
          <ac:picMkLst>
            <pc:docMk/>
            <pc:sldMk cId="1653778530" sldId="797"/>
            <ac:picMk id="9" creationId="{5A0F1FE8-868E-FA7A-5176-7DCC72C1225B}"/>
          </ac:picMkLst>
        </pc:picChg>
      </pc:sldChg>
      <pc:sldChg chg="addSp delSp modSp">
        <pc:chgData name="FIOL Lucile" userId="S::lu.fiol@fiteco.com::778d51e7-5060-41a7-a923-b51ba3a4c523" providerId="AD" clId="Web-{D70B7B9F-D544-4125-8232-CB664137A6AE}" dt="2026-06-16T13:24:47.847" v="145" actId="1076"/>
        <pc:sldMkLst>
          <pc:docMk/>
          <pc:sldMk cId="207500180" sldId="1449"/>
        </pc:sldMkLst>
        <pc:picChg chg="mod">
          <ac:chgData name="FIOL Lucile" userId="S::lu.fiol@fiteco.com::778d51e7-5060-41a7-a923-b51ba3a4c523" providerId="AD" clId="Web-{D70B7B9F-D544-4125-8232-CB664137A6AE}" dt="2026-06-16T12:50:56.631" v="9" actId="1076"/>
          <ac:picMkLst>
            <pc:docMk/>
            <pc:sldMk cId="207500180" sldId="1449"/>
            <ac:picMk id="10" creationId="{5569EEC4-3054-12B9-FA83-ED6D296CAD9C}"/>
          </ac:picMkLst>
        </pc:picChg>
        <pc:picChg chg="mod">
          <ac:chgData name="FIOL Lucile" userId="S::lu.fiol@fiteco.com::778d51e7-5060-41a7-a923-b51ba3a4c523" providerId="AD" clId="Web-{D70B7B9F-D544-4125-8232-CB664137A6AE}" dt="2026-06-16T13:24:47.847" v="145" actId="1076"/>
          <ac:picMkLst>
            <pc:docMk/>
            <pc:sldMk cId="207500180" sldId="1449"/>
            <ac:picMk id="13" creationId="{D43A2F42-1927-AD62-A8AD-F4F72A762E8D}"/>
          </ac:picMkLst>
        </pc:picChg>
      </pc:sldChg>
      <pc:sldChg chg="addSp delSp modSp modNotes">
        <pc:chgData name="FIOL Lucile" userId="S::lu.fiol@fiteco.com::778d51e7-5060-41a7-a923-b51ba3a4c523" providerId="AD" clId="Web-{D70B7B9F-D544-4125-8232-CB664137A6AE}" dt="2026-06-16T12:58:02.455" v="75"/>
        <pc:sldMkLst>
          <pc:docMk/>
          <pc:sldMk cId="260957172" sldId="1555"/>
        </pc:sldMkLst>
        <pc:picChg chg="add mod">
          <ac:chgData name="FIOL Lucile" userId="S::lu.fiol@fiteco.com::778d51e7-5060-41a7-a923-b51ba3a4c523" providerId="AD" clId="Web-{D70B7B9F-D544-4125-8232-CB664137A6AE}" dt="2026-06-16T12:57:46.518" v="67" actId="1076"/>
          <ac:picMkLst>
            <pc:docMk/>
            <pc:sldMk cId="260957172" sldId="1555"/>
            <ac:picMk id="8" creationId="{B6916FBB-E6F8-C31A-518E-DAF59D66455B}"/>
          </ac:picMkLst>
        </pc:picChg>
      </pc:sldChg>
      <pc:sldChg chg="modSp">
        <pc:chgData name="FIOL Lucile" userId="S::lu.fiol@fiteco.com::778d51e7-5060-41a7-a923-b51ba3a4c523" providerId="AD" clId="Web-{D70B7B9F-D544-4125-8232-CB664137A6AE}" dt="2026-06-16T12:49:35.444" v="5" actId="20577"/>
        <pc:sldMkLst>
          <pc:docMk/>
          <pc:sldMk cId="3075828907" sldId="1584"/>
        </pc:sldMkLst>
        <pc:spChg chg="mod">
          <ac:chgData name="FIOL Lucile" userId="S::lu.fiol@fiteco.com::778d51e7-5060-41a7-a923-b51ba3a4c523" providerId="AD" clId="Web-{D70B7B9F-D544-4125-8232-CB664137A6AE}" dt="2026-06-16T12:49:35.444" v="5" actId="20577"/>
          <ac:spMkLst>
            <pc:docMk/>
            <pc:sldMk cId="3075828907" sldId="1584"/>
            <ac:spMk id="5" creationId="{894C156B-0AE0-94A9-9C47-E3BF99B3DDF4}"/>
          </ac:spMkLst>
        </pc:spChg>
      </pc:sldChg>
      <pc:sldChg chg="modSp">
        <pc:chgData name="FIOL Lucile" userId="S::lu.fiol@fiteco.com::778d51e7-5060-41a7-a923-b51ba3a4c523" providerId="AD" clId="Web-{D70B7B9F-D544-4125-8232-CB664137A6AE}" dt="2026-06-16T12:54:55.910" v="54" actId="20577"/>
        <pc:sldMkLst>
          <pc:docMk/>
          <pc:sldMk cId="2142137114" sldId="1585"/>
        </pc:sldMkLst>
        <pc:spChg chg="mod">
          <ac:chgData name="FIOL Lucile" userId="S::lu.fiol@fiteco.com::778d51e7-5060-41a7-a923-b51ba3a4c523" providerId="AD" clId="Web-{D70B7B9F-D544-4125-8232-CB664137A6AE}" dt="2026-06-16T12:54:55.910" v="54" actId="20577"/>
          <ac:spMkLst>
            <pc:docMk/>
            <pc:sldMk cId="2142137114" sldId="1585"/>
            <ac:spMk id="5" creationId="{006B76A7-D23F-9DAC-A2FC-AB6C51E2BD7A}"/>
          </ac:spMkLst>
        </pc:spChg>
      </pc:sldChg>
      <pc:sldChg chg="modSp">
        <pc:chgData name="FIOL Lucile" userId="S::lu.fiol@fiteco.com::778d51e7-5060-41a7-a923-b51ba3a4c523" providerId="AD" clId="Web-{D70B7B9F-D544-4125-8232-CB664137A6AE}" dt="2026-06-16T12:50:03.694" v="7" actId="1076"/>
        <pc:sldMkLst>
          <pc:docMk/>
          <pc:sldMk cId="1661632402" sldId="1586"/>
        </pc:sldMkLst>
        <pc:picChg chg="mod">
          <ac:chgData name="FIOL Lucile" userId="S::lu.fiol@fiteco.com::778d51e7-5060-41a7-a923-b51ba3a4c523" providerId="AD" clId="Web-{D70B7B9F-D544-4125-8232-CB664137A6AE}" dt="2026-06-16T12:50:03.694" v="7" actId="1076"/>
          <ac:picMkLst>
            <pc:docMk/>
            <pc:sldMk cId="1661632402" sldId="1586"/>
            <ac:picMk id="14" creationId="{DE3E2FFF-C492-AEEE-4FC8-ACD3E57CFEE6}"/>
          </ac:picMkLst>
        </pc:picChg>
      </pc:sldChg>
      <pc:sldChg chg="modSp modNotes">
        <pc:chgData name="FIOL Lucile" userId="S::lu.fiol@fiteco.com::778d51e7-5060-41a7-a923-b51ba3a4c523" providerId="AD" clId="Web-{D70B7B9F-D544-4125-8232-CB664137A6AE}" dt="2026-06-16T13:04:38.858" v="137"/>
        <pc:sldMkLst>
          <pc:docMk/>
          <pc:sldMk cId="3704183951" sldId="1592"/>
        </pc:sldMkLst>
        <pc:spChg chg="mod">
          <ac:chgData name="FIOL Lucile" userId="S::lu.fiol@fiteco.com::778d51e7-5060-41a7-a923-b51ba3a4c523" providerId="AD" clId="Web-{D70B7B9F-D544-4125-8232-CB664137A6AE}" dt="2026-06-16T13:00:24.610" v="100" actId="20577"/>
          <ac:spMkLst>
            <pc:docMk/>
            <pc:sldMk cId="3704183951" sldId="1592"/>
            <ac:spMk id="5" creationId="{4E2ABE12-3A58-FA75-9BA7-603B383E9446}"/>
          </ac:spMkLst>
        </pc:spChg>
      </pc:sldChg>
      <pc:sldChg chg="addSp delSp modSp modNotes">
        <pc:chgData name="FIOL Lucile" userId="S::lu.fiol@fiteco.com::778d51e7-5060-41a7-a923-b51ba3a4c523" providerId="AD" clId="Web-{D70B7B9F-D544-4125-8232-CB664137A6AE}" dt="2026-06-16T12:58:23.439" v="82"/>
        <pc:sldMkLst>
          <pc:docMk/>
          <pc:sldMk cId="3505755942" sldId="1593"/>
        </pc:sldMkLst>
        <pc:picChg chg="mod">
          <ac:chgData name="FIOL Lucile" userId="S::lu.fiol@fiteco.com::778d51e7-5060-41a7-a923-b51ba3a4c523" providerId="AD" clId="Web-{D70B7B9F-D544-4125-8232-CB664137A6AE}" dt="2026-06-16T12:58:12.424" v="79" actId="1076"/>
          <ac:picMkLst>
            <pc:docMk/>
            <pc:sldMk cId="3505755942" sldId="1593"/>
            <ac:picMk id="2" creationId="{ED8A1E9E-CE5E-E235-7488-28B110CB5B67}"/>
          </ac:picMkLst>
        </pc:picChg>
        <pc:picChg chg="add mod">
          <ac:chgData name="FIOL Lucile" userId="S::lu.fiol@fiteco.com::778d51e7-5060-41a7-a923-b51ba3a4c523" providerId="AD" clId="Web-{D70B7B9F-D544-4125-8232-CB664137A6AE}" dt="2026-06-16T12:58:10.033" v="78" actId="1076"/>
          <ac:picMkLst>
            <pc:docMk/>
            <pc:sldMk cId="3505755942" sldId="1593"/>
            <ac:picMk id="8" creationId="{4EFBEF76-CB80-C672-8A21-9EEE8D7BF881}"/>
          </ac:picMkLst>
        </pc:picChg>
      </pc:sldChg>
    </pc:docChg>
  </pc:docChgLst>
  <pc:docChgLst>
    <pc:chgData name="FIOL Lucile" userId="S::lu.fiol@fiteco.com::778d51e7-5060-41a7-a923-b51ba3a4c523" providerId="AD" clId="Web-{109BA8EC-A613-4424-A308-E3FAB1C1B5B6}"/>
    <pc:docChg chg="modSld">
      <pc:chgData name="FIOL Lucile" userId="S::lu.fiol@fiteco.com::778d51e7-5060-41a7-a923-b51ba3a4c523" providerId="AD" clId="Web-{109BA8EC-A613-4424-A308-E3FAB1C1B5B6}" dt="2026-06-17T08:52:17.156" v="53" actId="20577"/>
      <pc:docMkLst>
        <pc:docMk/>
      </pc:docMkLst>
      <pc:sldChg chg="modSp">
        <pc:chgData name="FIOL Lucile" userId="S::lu.fiol@fiteco.com::778d51e7-5060-41a7-a923-b51ba3a4c523" providerId="AD" clId="Web-{109BA8EC-A613-4424-A308-E3FAB1C1B5B6}" dt="2026-06-17T08:44:11.762" v="46" actId="20577"/>
        <pc:sldMkLst>
          <pc:docMk/>
          <pc:sldMk cId="2744281181" sldId="725"/>
        </pc:sldMkLst>
        <pc:spChg chg="mod">
          <ac:chgData name="FIOL Lucile" userId="S::lu.fiol@fiteco.com::778d51e7-5060-41a7-a923-b51ba3a4c523" providerId="AD" clId="Web-{109BA8EC-A613-4424-A308-E3FAB1C1B5B6}" dt="2026-06-17T08:44:11.762" v="46" actId="20577"/>
          <ac:spMkLst>
            <pc:docMk/>
            <pc:sldMk cId="2744281181" sldId="725"/>
            <ac:spMk id="2" creationId="{73A4B0B4-1A3E-691C-07E9-FDED1CC4F5FD}"/>
          </ac:spMkLst>
        </pc:spChg>
      </pc:sldChg>
      <pc:sldChg chg="modSp">
        <pc:chgData name="FIOL Lucile" userId="S::lu.fiol@fiteco.com::778d51e7-5060-41a7-a923-b51ba3a4c523" providerId="AD" clId="Web-{109BA8EC-A613-4424-A308-E3FAB1C1B5B6}" dt="2026-06-17T08:33:22.716" v="31" actId="20577"/>
        <pc:sldMkLst>
          <pc:docMk/>
          <pc:sldMk cId="2935409531" sldId="858"/>
        </pc:sldMkLst>
        <pc:spChg chg="mod">
          <ac:chgData name="FIOL Lucile" userId="S::lu.fiol@fiteco.com::778d51e7-5060-41a7-a923-b51ba3a4c523" providerId="AD" clId="Web-{109BA8EC-A613-4424-A308-E3FAB1C1B5B6}" dt="2026-06-17T08:33:22.716" v="31" actId="20577"/>
          <ac:spMkLst>
            <pc:docMk/>
            <pc:sldMk cId="2935409531" sldId="858"/>
            <ac:spMk id="5" creationId="{C882A260-2DA6-66EE-C531-6680369DDFF0}"/>
          </ac:spMkLst>
        </pc:spChg>
      </pc:sldChg>
      <pc:sldChg chg="modSp">
        <pc:chgData name="FIOL Lucile" userId="S::lu.fiol@fiteco.com::778d51e7-5060-41a7-a923-b51ba3a4c523" providerId="AD" clId="Web-{109BA8EC-A613-4424-A308-E3FAB1C1B5B6}" dt="2026-06-17T08:28:02.444" v="1" actId="20577"/>
        <pc:sldMkLst>
          <pc:docMk/>
          <pc:sldMk cId="547153299" sldId="1566"/>
        </pc:sldMkLst>
        <pc:spChg chg="mod">
          <ac:chgData name="FIOL Lucile" userId="S::lu.fiol@fiteco.com::778d51e7-5060-41a7-a923-b51ba3a4c523" providerId="AD" clId="Web-{109BA8EC-A613-4424-A308-E3FAB1C1B5B6}" dt="2026-06-17T08:28:02.444" v="1" actId="20577"/>
          <ac:spMkLst>
            <pc:docMk/>
            <pc:sldMk cId="547153299" sldId="1566"/>
            <ac:spMk id="3" creationId="{082AE675-6C7A-84A8-75D5-BB0B5E27DAB4}"/>
          </ac:spMkLst>
        </pc:spChg>
      </pc:sldChg>
      <pc:sldChg chg="modSp">
        <pc:chgData name="FIOL Lucile" userId="S::lu.fiol@fiteco.com::778d51e7-5060-41a7-a923-b51ba3a4c523" providerId="AD" clId="Web-{109BA8EC-A613-4424-A308-E3FAB1C1B5B6}" dt="2026-06-17T08:28:28.680" v="26" actId="20577"/>
        <pc:sldMkLst>
          <pc:docMk/>
          <pc:sldMk cId="1527709142" sldId="1567"/>
        </pc:sldMkLst>
      </pc:sldChg>
      <pc:sldChg chg="modSp">
        <pc:chgData name="FIOL Lucile" userId="S::lu.fiol@fiteco.com::778d51e7-5060-41a7-a923-b51ba3a4c523" providerId="AD" clId="Web-{109BA8EC-A613-4424-A308-E3FAB1C1B5B6}" dt="2026-06-17T08:36:17.901" v="45" actId="20577"/>
        <pc:sldMkLst>
          <pc:docMk/>
          <pc:sldMk cId="4231237559" sldId="1577"/>
        </pc:sldMkLst>
        <pc:spChg chg="mod">
          <ac:chgData name="FIOL Lucile" userId="S::lu.fiol@fiteco.com::778d51e7-5060-41a7-a923-b51ba3a4c523" providerId="AD" clId="Web-{109BA8EC-A613-4424-A308-E3FAB1C1B5B6}" dt="2026-06-17T08:36:17.901" v="45" actId="20577"/>
          <ac:spMkLst>
            <pc:docMk/>
            <pc:sldMk cId="4231237559" sldId="1577"/>
            <ac:spMk id="7" creationId="{FDB9B121-6CBC-8E9B-20EF-5C02BA42708E}"/>
          </ac:spMkLst>
        </pc:spChg>
      </pc:sldChg>
      <pc:sldChg chg="modSp">
        <pc:chgData name="FIOL Lucile" userId="S::lu.fiol@fiteco.com::778d51e7-5060-41a7-a923-b51ba3a4c523" providerId="AD" clId="Web-{109BA8EC-A613-4424-A308-E3FAB1C1B5B6}" dt="2026-06-17T08:47:01.133" v="52" actId="20577"/>
        <pc:sldMkLst>
          <pc:docMk/>
          <pc:sldMk cId="3313148241" sldId="1588"/>
        </pc:sldMkLst>
        <pc:spChg chg="mod">
          <ac:chgData name="FIOL Lucile" userId="S::lu.fiol@fiteco.com::778d51e7-5060-41a7-a923-b51ba3a4c523" providerId="AD" clId="Web-{109BA8EC-A613-4424-A308-E3FAB1C1B5B6}" dt="2026-06-17T08:47:01.133" v="52" actId="20577"/>
          <ac:spMkLst>
            <pc:docMk/>
            <pc:sldMk cId="3313148241" sldId="1588"/>
            <ac:spMk id="5" creationId="{D86A2281-C4A3-D3D3-D5B9-57D71C499E19}"/>
          </ac:spMkLst>
        </pc:spChg>
      </pc:sldChg>
    </pc:docChg>
  </pc:docChgLst>
  <pc:docChgLst>
    <pc:chgData name="CIVET Annaig" userId="79765bbd-8b16-459a-bf48-ad0fdd5a89f1" providerId="ADAL" clId="{556F76C8-08C1-48A7-A287-A1781B08E4E8}"/>
    <pc:docChg chg="undo custSel addSld delSld modSld sldOrd">
      <pc:chgData name="CIVET Annaig" userId="79765bbd-8b16-459a-bf48-ad0fdd5a89f1" providerId="ADAL" clId="{556F76C8-08C1-48A7-A287-A1781B08E4E8}" dt="2026-06-25T13:06:17.006" v="2214" actId="6549"/>
      <pc:docMkLst>
        <pc:docMk/>
      </pc:docMkLst>
      <pc:sldChg chg="modSp mod">
        <pc:chgData name="CIVET Annaig" userId="79765bbd-8b16-459a-bf48-ad0fdd5a89f1" providerId="ADAL" clId="{556F76C8-08C1-48A7-A287-A1781B08E4E8}" dt="2026-06-25T09:52:00.002" v="5" actId="13926"/>
        <pc:sldMkLst>
          <pc:docMk/>
          <pc:sldMk cId="3450440071" sldId="695"/>
        </pc:sldMkLst>
        <pc:spChg chg="mod">
          <ac:chgData name="CIVET Annaig" userId="79765bbd-8b16-459a-bf48-ad0fdd5a89f1" providerId="ADAL" clId="{556F76C8-08C1-48A7-A287-A1781B08E4E8}" dt="2026-06-25T09:52:00.002" v="5" actId="13926"/>
          <ac:spMkLst>
            <pc:docMk/>
            <pc:sldMk cId="3450440071" sldId="695"/>
            <ac:spMk id="3" creationId="{4F994D77-6E5E-309F-15EF-338C4E79B66D}"/>
          </ac:spMkLst>
        </pc:spChg>
      </pc:sldChg>
      <pc:sldChg chg="addSp modSp mod modNotesTx">
        <pc:chgData name="CIVET Annaig" userId="79765bbd-8b16-459a-bf48-ad0fdd5a89f1" providerId="ADAL" clId="{556F76C8-08C1-48A7-A287-A1781B08E4E8}" dt="2026-06-25T12:54:32.568" v="1831" actId="403"/>
        <pc:sldMkLst>
          <pc:docMk/>
          <pc:sldMk cId="1611006643" sldId="718"/>
        </pc:sldMkLst>
        <pc:spChg chg="add mod">
          <ac:chgData name="CIVET Annaig" userId="79765bbd-8b16-459a-bf48-ad0fdd5a89f1" providerId="ADAL" clId="{556F76C8-08C1-48A7-A287-A1781B08E4E8}" dt="2026-06-25T12:08:22.445" v="1709" actId="1076"/>
          <ac:spMkLst>
            <pc:docMk/>
            <pc:sldMk cId="1611006643" sldId="718"/>
            <ac:spMk id="2" creationId="{4CC02413-2A02-C5F8-317F-22FBD3A51792}"/>
          </ac:spMkLst>
        </pc:spChg>
        <pc:spChg chg="mod">
          <ac:chgData name="CIVET Annaig" userId="79765bbd-8b16-459a-bf48-ad0fdd5a89f1" providerId="ADAL" clId="{556F76C8-08C1-48A7-A287-A1781B08E4E8}" dt="2026-06-25T12:08:20.314" v="1708" actId="1076"/>
          <ac:spMkLst>
            <pc:docMk/>
            <pc:sldMk cId="1611006643" sldId="718"/>
            <ac:spMk id="5" creationId="{90BC446B-146F-F675-18E0-69E1AC736CE9}"/>
          </ac:spMkLst>
        </pc:spChg>
        <pc:spChg chg="add mod">
          <ac:chgData name="CIVET Annaig" userId="79765bbd-8b16-459a-bf48-ad0fdd5a89f1" providerId="ADAL" clId="{556F76C8-08C1-48A7-A287-A1781B08E4E8}" dt="2026-06-25T12:54:32.568" v="1831" actId="403"/>
          <ac:spMkLst>
            <pc:docMk/>
            <pc:sldMk cId="1611006643" sldId="718"/>
            <ac:spMk id="6" creationId="{D48B6D90-0D01-5014-2CD6-562253EB4295}"/>
          </ac:spMkLst>
        </pc:spChg>
      </pc:sldChg>
      <pc:sldChg chg="addSp delSp modSp mod modNotesTx">
        <pc:chgData name="CIVET Annaig" userId="79765bbd-8b16-459a-bf48-ad0fdd5a89f1" providerId="ADAL" clId="{556F76C8-08C1-48A7-A287-A1781B08E4E8}" dt="2026-06-25T10:10:08.138" v="712" actId="1076"/>
        <pc:sldMkLst>
          <pc:docMk/>
          <pc:sldMk cId="547153299" sldId="1566"/>
        </pc:sldMkLst>
        <pc:spChg chg="mod">
          <ac:chgData name="CIVET Annaig" userId="79765bbd-8b16-459a-bf48-ad0fdd5a89f1" providerId="ADAL" clId="{556F76C8-08C1-48A7-A287-A1781B08E4E8}" dt="2026-06-25T10:02:46.376" v="256" actId="20577"/>
          <ac:spMkLst>
            <pc:docMk/>
            <pc:sldMk cId="547153299" sldId="1566"/>
            <ac:spMk id="3" creationId="{082AE675-6C7A-84A8-75D5-BB0B5E27DAB4}"/>
          </ac:spMkLst>
        </pc:spChg>
        <pc:picChg chg="add mod">
          <ac:chgData name="CIVET Annaig" userId="79765bbd-8b16-459a-bf48-ad0fdd5a89f1" providerId="ADAL" clId="{556F76C8-08C1-48A7-A287-A1781B08E4E8}" dt="2026-06-25T10:10:08.138" v="712" actId="1076"/>
          <ac:picMkLst>
            <pc:docMk/>
            <pc:sldMk cId="547153299" sldId="1566"/>
            <ac:picMk id="5" creationId="{AF7E53C8-7A5E-076B-523D-25E6C7BF624E}"/>
          </ac:picMkLst>
        </pc:picChg>
      </pc:sldChg>
      <pc:sldChg chg="addSp delSp modSp mod modNotesTx">
        <pc:chgData name="CIVET Annaig" userId="79765bbd-8b16-459a-bf48-ad0fdd5a89f1" providerId="ADAL" clId="{556F76C8-08C1-48A7-A287-A1781B08E4E8}" dt="2026-06-25T10:00:56.855" v="57" actId="20577"/>
        <pc:sldMkLst>
          <pc:docMk/>
          <pc:sldMk cId="1527709142" sldId="1567"/>
        </pc:sldMkLst>
        <pc:spChg chg="add mod">
          <ac:chgData name="CIVET Annaig" userId="79765bbd-8b16-459a-bf48-ad0fdd5a89f1" providerId="ADAL" clId="{556F76C8-08C1-48A7-A287-A1781B08E4E8}" dt="2026-06-25T09:59:22.120" v="28" actId="1076"/>
          <ac:spMkLst>
            <pc:docMk/>
            <pc:sldMk cId="1527709142" sldId="1567"/>
            <ac:spMk id="5" creationId="{D6825414-5084-47AB-BF6C-5C1059707C95}"/>
          </ac:spMkLst>
        </pc:spChg>
        <pc:spChg chg="add mod">
          <ac:chgData name="CIVET Annaig" userId="79765bbd-8b16-459a-bf48-ad0fdd5a89f1" providerId="ADAL" clId="{556F76C8-08C1-48A7-A287-A1781B08E4E8}" dt="2026-06-25T09:59:28.390" v="29"/>
          <ac:spMkLst>
            <pc:docMk/>
            <pc:sldMk cId="1527709142" sldId="1567"/>
            <ac:spMk id="6" creationId="{B6EDF01C-6354-8C8E-553A-1EE196F6F59B}"/>
          </ac:spMkLst>
        </pc:spChg>
        <pc:spChg chg="add mod">
          <ac:chgData name="CIVET Annaig" userId="79765bbd-8b16-459a-bf48-ad0fdd5a89f1" providerId="ADAL" clId="{556F76C8-08C1-48A7-A287-A1781B08E4E8}" dt="2026-06-25T10:00:47.877" v="56" actId="1076"/>
          <ac:spMkLst>
            <pc:docMk/>
            <pc:sldMk cId="1527709142" sldId="1567"/>
            <ac:spMk id="7" creationId="{DF904A79-A209-0152-3333-4898F6FACB79}"/>
          </ac:spMkLst>
        </pc:spChg>
      </pc:sldChg>
      <pc:sldChg chg="addSp modSp mod modNotesTx">
        <pc:chgData name="CIVET Annaig" userId="79765bbd-8b16-459a-bf48-ad0fdd5a89f1" providerId="ADAL" clId="{556F76C8-08C1-48A7-A287-A1781B08E4E8}" dt="2026-06-25T13:01:49.227" v="2141" actId="113"/>
        <pc:sldMkLst>
          <pc:docMk/>
          <pc:sldMk cId="1242284759" sldId="1582"/>
        </pc:sldMkLst>
        <pc:spChg chg="add mod">
          <ac:chgData name="CIVET Annaig" userId="79765bbd-8b16-459a-bf48-ad0fdd5a89f1" providerId="ADAL" clId="{556F76C8-08C1-48A7-A287-A1781B08E4E8}" dt="2026-06-25T11:53:19.391" v="1304" actId="1076"/>
          <ac:spMkLst>
            <pc:docMk/>
            <pc:sldMk cId="1242284759" sldId="1582"/>
            <ac:spMk id="3" creationId="{1D1E3B64-7A99-6D62-3CBC-E1BB2214178B}"/>
          </ac:spMkLst>
        </pc:spChg>
        <pc:spChg chg="mod">
          <ac:chgData name="CIVET Annaig" userId="79765bbd-8b16-459a-bf48-ad0fdd5a89f1" providerId="ADAL" clId="{556F76C8-08C1-48A7-A287-A1781B08E4E8}" dt="2026-06-25T12:55:00.557" v="1837" actId="20577"/>
          <ac:spMkLst>
            <pc:docMk/>
            <pc:sldMk cId="1242284759" sldId="1582"/>
            <ac:spMk id="5" creationId="{0D113E80-54F9-85D1-0F93-ACB53E17AA61}"/>
          </ac:spMkLst>
        </pc:spChg>
        <pc:graphicFrameChg chg="add mod">
          <ac:chgData name="CIVET Annaig" userId="79765bbd-8b16-459a-bf48-ad0fdd5a89f1" providerId="ADAL" clId="{556F76C8-08C1-48A7-A287-A1781B08E4E8}" dt="2026-06-25T12:11:21.227" v="1803" actId="1076"/>
          <ac:graphicFrameMkLst>
            <pc:docMk/>
            <pc:sldMk cId="1242284759" sldId="1582"/>
            <ac:graphicFrameMk id="2" creationId="{2A98307D-CFFD-8501-AFF0-3E3D86823670}"/>
          </ac:graphicFrameMkLst>
        </pc:graphicFrameChg>
      </pc:sldChg>
      <pc:sldChg chg="modSp mod modNotesTx">
        <pc:chgData name="CIVET Annaig" userId="79765bbd-8b16-459a-bf48-ad0fdd5a89f1" providerId="ADAL" clId="{556F76C8-08C1-48A7-A287-A1781B08E4E8}" dt="2026-06-25T13:06:17.006" v="2214" actId="6549"/>
        <pc:sldMkLst>
          <pc:docMk/>
          <pc:sldMk cId="956406968" sldId="1583"/>
        </pc:sldMkLst>
        <pc:spChg chg="mod">
          <ac:chgData name="CIVET Annaig" userId="79765bbd-8b16-459a-bf48-ad0fdd5a89f1" providerId="ADAL" clId="{556F76C8-08C1-48A7-A287-A1781B08E4E8}" dt="2026-06-25T13:04:18.613" v="2167" actId="20577"/>
          <ac:spMkLst>
            <pc:docMk/>
            <pc:sldMk cId="956406968" sldId="1583"/>
            <ac:spMk id="5" creationId="{3BF86695-03CD-2001-8835-11CE8872E3E6}"/>
          </ac:spMkLst>
        </pc:spChg>
      </pc:sldChg>
      <pc:sldChg chg="addSp modSp new mod">
        <pc:chgData name="CIVET Annaig" userId="79765bbd-8b16-459a-bf48-ad0fdd5a89f1" providerId="ADAL" clId="{556F76C8-08C1-48A7-A287-A1781B08E4E8}" dt="2026-06-25T11:52:09.768" v="1299" actId="14100"/>
        <pc:sldMkLst>
          <pc:docMk/>
          <pc:sldMk cId="643884977" sldId="1596"/>
        </pc:sldMkLst>
        <pc:spChg chg="add mod">
          <ac:chgData name="CIVET Annaig" userId="79765bbd-8b16-459a-bf48-ad0fdd5a89f1" providerId="ADAL" clId="{556F76C8-08C1-48A7-A287-A1781B08E4E8}" dt="2026-06-25T11:41:43.291" v="1292"/>
          <ac:spMkLst>
            <pc:docMk/>
            <pc:sldMk cId="643884977" sldId="1596"/>
            <ac:spMk id="2" creationId="{0CE4096A-6A66-2E54-03FE-8D139CBDC6B5}"/>
          </ac:spMkLst>
        </pc:spChg>
        <pc:spChg chg="add mod">
          <ac:chgData name="CIVET Annaig" userId="79765bbd-8b16-459a-bf48-ad0fdd5a89f1" providerId="ADAL" clId="{556F76C8-08C1-48A7-A287-A1781B08E4E8}" dt="2026-06-25T11:52:09.768" v="1299" actId="14100"/>
          <ac:spMkLst>
            <pc:docMk/>
            <pc:sldMk cId="643884977" sldId="1596"/>
            <ac:spMk id="4" creationId="{E8881B14-ECAA-39DE-2F6F-13583621320C}"/>
          </ac:spMkLst>
        </pc:spChg>
      </pc:sldChg>
      <pc:sldChg chg="addSp delSp modSp add mod modNotesTx">
        <pc:chgData name="CIVET Annaig" userId="79765bbd-8b16-459a-bf48-ad0fdd5a89f1" providerId="ADAL" clId="{556F76C8-08C1-48A7-A287-A1781B08E4E8}" dt="2026-06-25T13:02:52.083" v="2164" actId="404"/>
        <pc:sldMkLst>
          <pc:docMk/>
          <pc:sldMk cId="1349178301" sldId="1597"/>
        </pc:sldMkLst>
        <pc:spChg chg="mod">
          <ac:chgData name="CIVET Annaig" userId="79765bbd-8b16-459a-bf48-ad0fdd5a89f1" providerId="ADAL" clId="{556F76C8-08C1-48A7-A287-A1781B08E4E8}" dt="2026-06-25T13:02:52.083" v="2164" actId="404"/>
          <ac:spMkLst>
            <pc:docMk/>
            <pc:sldMk cId="1349178301" sldId="1597"/>
            <ac:spMk id="5" creationId="{13CC72DB-DEE1-580F-F498-84F0595F1439}"/>
          </ac:spMkLst>
        </pc:spChg>
      </pc:sldChg>
    </pc:docChg>
  </pc:docChgLst>
  <pc:docChgLst>
    <pc:chgData name="CIVET Annaig" userId="S::a.civet@fiteco.com::79765bbd-8b16-459a-bf48-ad0fdd5a89f1" providerId="AD" clId="Web-{2B61D4A6-205A-49CC-B857-ABC33DEA974F}"/>
    <pc:docChg chg="delSld">
      <pc:chgData name="CIVET Annaig" userId="S::a.civet@fiteco.com::79765bbd-8b16-459a-bf48-ad0fdd5a89f1" providerId="AD" clId="Web-{2B61D4A6-205A-49CC-B857-ABC33DEA974F}" dt="2026-06-23T14:01:30.191" v="0"/>
      <pc:docMkLst>
        <pc:docMk/>
      </pc:docMkLst>
    </pc:docChg>
  </pc:docChgLst>
  <pc:docChgLst>
    <pc:chgData name="Guest User" userId="S::urn:spo:tenantanon#c91606e4-f272-4d31-bbfc-820bba825ea5::" providerId="AD" clId="Web-{F5F34192-B81A-8285-CA8A-F4C00531AFF2}"/>
    <pc:docChg chg="delSld modSld">
      <pc:chgData name="Guest User" userId="S::urn:spo:tenantanon#c91606e4-f272-4d31-bbfc-820bba825ea5::" providerId="AD" clId="Web-{F5F34192-B81A-8285-CA8A-F4C00531AFF2}" dt="2026-06-29T14:44:32.334" v="277"/>
      <pc:docMkLst>
        <pc:docMk/>
      </pc:docMkLst>
      <pc:sldChg chg="modNotes">
        <pc:chgData name="Guest User" userId="S::urn:spo:tenantanon#c91606e4-f272-4d31-bbfc-820bba825ea5::" providerId="AD" clId="Web-{F5F34192-B81A-8285-CA8A-F4C00531AFF2}" dt="2026-06-29T14:44:32.334" v="277"/>
        <pc:sldMkLst>
          <pc:docMk/>
          <pc:sldMk cId="3093236528" sldId="719"/>
        </pc:sldMkLst>
      </pc:sldChg>
      <pc:sldChg chg="modNotes">
        <pc:chgData name="Guest User" userId="S::urn:spo:tenantanon#c91606e4-f272-4d31-bbfc-820bba825ea5::" providerId="AD" clId="Web-{F5F34192-B81A-8285-CA8A-F4C00531AFF2}" dt="2026-06-29T14:42:27.107" v="46"/>
        <pc:sldMkLst>
          <pc:docMk/>
          <pc:sldMk cId="571785858" sldId="1571"/>
        </pc:sldMkLst>
      </pc:sldChg>
      <pc:sldChg chg="modNotes">
        <pc:chgData name="Guest User" userId="S::urn:spo:tenantanon#c91606e4-f272-4d31-bbfc-820bba825ea5::" providerId="AD" clId="Web-{F5F34192-B81A-8285-CA8A-F4C00531AFF2}" dt="2026-06-29T14:36:52.297" v="20"/>
        <pc:sldMkLst>
          <pc:docMk/>
          <pc:sldMk cId="3795906666" sldId="1575"/>
        </pc:sldMkLst>
      </pc:sldChg>
      <pc:sldChg chg="modNotes">
        <pc:chgData name="Guest User" userId="S::urn:spo:tenantanon#c91606e4-f272-4d31-bbfc-820bba825ea5::" providerId="AD" clId="Web-{F5F34192-B81A-8285-CA8A-F4C00531AFF2}" dt="2026-06-29T14:40:35.055" v="33"/>
        <pc:sldMkLst>
          <pc:docMk/>
          <pc:sldMk cId="643884977" sldId="1596"/>
        </pc:sldMkLst>
      </pc:sldChg>
    </pc:docChg>
  </pc:docChgLst>
  <pc:docChgLst>
    <pc:chgData name="Guest User" userId="S::urn:spo:tenantanon#c91606e4-f272-4d31-bbfc-820bba825ea5::" providerId="AD" clId="Web-{DD4BD51C-9443-DBFA-AC1A-CF38EF26B775}"/>
    <pc:docChg chg="modSld sldOrd">
      <pc:chgData name="Guest User" userId="S::urn:spo:tenantanon#c91606e4-f272-4d31-bbfc-820bba825ea5::" providerId="AD" clId="Web-{DD4BD51C-9443-DBFA-AC1A-CF38EF26B775}" dt="2026-06-28T20:36:26.431" v="5080"/>
      <pc:docMkLst>
        <pc:docMk/>
      </pc:docMkLst>
      <pc:sldChg chg="modNotes">
        <pc:chgData name="Guest User" userId="S::urn:spo:tenantanon#c91606e4-f272-4d31-bbfc-820bba825ea5::" providerId="AD" clId="Web-{DD4BD51C-9443-DBFA-AC1A-CF38EF26B775}" dt="2026-06-28T14:32:32.116" v="271"/>
        <pc:sldMkLst>
          <pc:docMk/>
          <pc:sldMk cId="918224039" sldId="696"/>
        </pc:sldMkLst>
      </pc:sldChg>
      <pc:sldChg chg="modSp modNotes">
        <pc:chgData name="Guest User" userId="S::urn:spo:tenantanon#c91606e4-f272-4d31-bbfc-820bba825ea5::" providerId="AD" clId="Web-{DD4BD51C-9443-DBFA-AC1A-CF38EF26B775}" dt="2026-06-28T20:32:05.733" v="5063"/>
        <pc:sldMkLst>
          <pc:docMk/>
          <pc:sldMk cId="3093236528" sldId="719"/>
        </pc:sldMkLst>
        <pc:spChg chg="mod">
          <ac:chgData name="Guest User" userId="S::urn:spo:tenantanon#c91606e4-f272-4d31-bbfc-820bba825ea5::" providerId="AD" clId="Web-{DD4BD51C-9443-DBFA-AC1A-CF38EF26B775}" dt="2026-06-28T13:48:55.198" v="38" actId="20577"/>
          <ac:spMkLst>
            <pc:docMk/>
            <pc:sldMk cId="3093236528" sldId="719"/>
            <ac:spMk id="3" creationId="{561FEB17-1B03-4F92-83A6-0609E9D27402}"/>
          </ac:spMkLst>
        </pc:spChg>
      </pc:sldChg>
      <pc:sldChg chg="modNotes">
        <pc:chgData name="Guest User" userId="S::urn:spo:tenantanon#c91606e4-f272-4d31-bbfc-820bba825ea5::" providerId="AD" clId="Web-{DD4BD51C-9443-DBFA-AC1A-CF38EF26B775}" dt="2026-06-28T15:30:39.694" v="2368"/>
        <pc:sldMkLst>
          <pc:docMk/>
          <pc:sldMk cId="2963814536" sldId="795"/>
        </pc:sldMkLst>
      </pc:sldChg>
      <pc:sldChg chg="modNotes">
        <pc:chgData name="Guest User" userId="S::urn:spo:tenantanon#c91606e4-f272-4d31-bbfc-820bba825ea5::" providerId="AD" clId="Web-{DD4BD51C-9443-DBFA-AC1A-CF38EF26B775}" dt="2026-06-28T20:06:30.220" v="3813"/>
        <pc:sldMkLst>
          <pc:docMk/>
          <pc:sldMk cId="2935409531" sldId="858"/>
        </pc:sldMkLst>
      </pc:sldChg>
      <pc:sldChg chg="modSp modNotes">
        <pc:chgData name="Guest User" userId="S::urn:spo:tenantanon#c91606e4-f272-4d31-bbfc-820bba825ea5::" providerId="AD" clId="Web-{DD4BD51C-9443-DBFA-AC1A-CF38EF26B775}" dt="2026-06-28T19:41:32.144" v="3231"/>
        <pc:sldMkLst>
          <pc:docMk/>
          <pc:sldMk cId="185045434" sldId="861"/>
        </pc:sldMkLst>
        <pc:spChg chg="mod">
          <ac:chgData name="Guest User" userId="S::urn:spo:tenantanon#c91606e4-f272-4d31-bbfc-820bba825ea5::" providerId="AD" clId="Web-{DD4BD51C-9443-DBFA-AC1A-CF38EF26B775}" dt="2026-06-28T19:34:58.957" v="3118" actId="20577"/>
          <ac:spMkLst>
            <pc:docMk/>
            <pc:sldMk cId="185045434" sldId="861"/>
            <ac:spMk id="5" creationId="{39818752-6BB9-569F-E6F0-2EABF4FB07C4}"/>
          </ac:spMkLst>
        </pc:spChg>
      </pc:sldChg>
      <pc:sldChg chg="modNotes">
        <pc:chgData name="Guest User" userId="S::urn:spo:tenantanon#c91606e4-f272-4d31-bbfc-820bba825ea5::" providerId="AD" clId="Web-{DD4BD51C-9443-DBFA-AC1A-CF38EF26B775}" dt="2026-06-28T14:32:45.523" v="293"/>
        <pc:sldMkLst>
          <pc:docMk/>
          <pc:sldMk cId="2958151970" sldId="1451"/>
        </pc:sldMkLst>
      </pc:sldChg>
      <pc:sldChg chg="modNotes">
        <pc:chgData name="Guest User" userId="S::urn:spo:tenantanon#c91606e4-f272-4d31-bbfc-820bba825ea5::" providerId="AD" clId="Web-{DD4BD51C-9443-DBFA-AC1A-CF38EF26B775}" dt="2026-06-28T14:59:09.774" v="910"/>
        <pc:sldMkLst>
          <pc:docMk/>
          <pc:sldMk cId="2259650361" sldId="1557"/>
        </pc:sldMkLst>
      </pc:sldChg>
      <pc:sldChg chg="modSp modNotes">
        <pc:chgData name="Guest User" userId="S::urn:spo:tenantanon#c91606e4-f272-4d31-bbfc-820bba825ea5::" providerId="AD" clId="Web-{DD4BD51C-9443-DBFA-AC1A-CF38EF26B775}" dt="2026-06-28T15:08:54.174" v="1269"/>
        <pc:sldMkLst>
          <pc:docMk/>
          <pc:sldMk cId="769188190" sldId="1558"/>
        </pc:sldMkLst>
        <pc:spChg chg="mod">
          <ac:chgData name="Guest User" userId="S::urn:spo:tenantanon#c91606e4-f272-4d31-bbfc-820bba825ea5::" providerId="AD" clId="Web-{DD4BD51C-9443-DBFA-AC1A-CF38EF26B775}" dt="2026-06-28T15:03:44.363" v="1009" actId="20577"/>
          <ac:spMkLst>
            <pc:docMk/>
            <pc:sldMk cId="769188190" sldId="1558"/>
            <ac:spMk id="5" creationId="{90057B07-470E-C739-1136-C19715474DC4}"/>
          </ac:spMkLst>
        </pc:spChg>
      </pc:sldChg>
      <pc:sldChg chg="modNotes">
        <pc:chgData name="Guest User" userId="S::urn:spo:tenantanon#c91606e4-f272-4d31-bbfc-820bba825ea5::" providerId="AD" clId="Web-{DD4BD51C-9443-DBFA-AC1A-CF38EF26B775}" dt="2026-06-28T16:59:55.884" v="3037"/>
        <pc:sldMkLst>
          <pc:docMk/>
          <pc:sldMk cId="404332768" sldId="1560"/>
        </pc:sldMkLst>
      </pc:sldChg>
      <pc:sldChg chg="modNotes">
        <pc:chgData name="Guest User" userId="S::urn:spo:tenantanon#c91606e4-f272-4d31-bbfc-820bba825ea5::" providerId="AD" clId="Web-{DD4BD51C-9443-DBFA-AC1A-CF38EF26B775}" dt="2026-06-28T19:27:53.206" v="3038"/>
        <pc:sldMkLst>
          <pc:docMk/>
          <pc:sldMk cId="1489350177" sldId="1576"/>
        </pc:sldMkLst>
      </pc:sldChg>
      <pc:sldChg chg="modSp modNotes">
        <pc:chgData name="Guest User" userId="S::urn:spo:tenantanon#c91606e4-f272-4d31-bbfc-820bba825ea5::" providerId="AD" clId="Web-{DD4BD51C-9443-DBFA-AC1A-CF38EF26B775}" dt="2026-06-28T20:36:26.431" v="5080"/>
        <pc:sldMkLst>
          <pc:docMk/>
          <pc:sldMk cId="4231237559" sldId="1577"/>
        </pc:sldMkLst>
        <pc:spChg chg="mod">
          <ac:chgData name="Guest User" userId="S::urn:spo:tenantanon#c91606e4-f272-4d31-bbfc-820bba825ea5::" providerId="AD" clId="Web-{DD4BD51C-9443-DBFA-AC1A-CF38EF26B775}" dt="2026-06-28T20:20:05.486" v="4307" actId="20577"/>
          <ac:spMkLst>
            <pc:docMk/>
            <pc:sldMk cId="4231237559" sldId="1577"/>
            <ac:spMk id="7" creationId="{FDB9B121-6CBC-8E9B-20EF-5C02BA42708E}"/>
          </ac:spMkLst>
        </pc:spChg>
      </pc:sldChg>
    </pc:docChg>
  </pc:docChgLst>
  <pc:docChgLst>
    <pc:chgData name="Guest User" userId="S::urn:spo:tenantanon#c91606e4-f272-4d31-bbfc-820bba825ea5::" providerId="AD" clId="Web-{75C3146B-F0BE-F697-EE6E-C779447988B1}"/>
    <pc:docChg chg="modSld">
      <pc:chgData name="Guest User" userId="S::urn:spo:tenantanon#c91606e4-f272-4d31-bbfc-820bba825ea5::" providerId="AD" clId="Web-{75C3146B-F0BE-F697-EE6E-C779447988B1}" dt="2026-06-26T07:17:07.549" v="44" actId="20577"/>
      <pc:docMkLst>
        <pc:docMk/>
      </pc:docMkLst>
      <pc:sldChg chg="modSp">
        <pc:chgData name="Guest User" userId="S::urn:spo:tenantanon#c91606e4-f272-4d31-bbfc-820bba825ea5::" providerId="AD" clId="Web-{75C3146B-F0BE-F697-EE6E-C779447988B1}" dt="2026-06-26T07:15:54.219" v="16" actId="20577"/>
        <pc:sldMkLst>
          <pc:docMk/>
          <pc:sldMk cId="547153299" sldId="1566"/>
        </pc:sldMkLst>
        <pc:spChg chg="mod">
          <ac:chgData name="Guest User" userId="S::urn:spo:tenantanon#c91606e4-f272-4d31-bbfc-820bba825ea5::" providerId="AD" clId="Web-{75C3146B-F0BE-F697-EE6E-C779447988B1}" dt="2026-06-26T07:15:54.219" v="16" actId="20577"/>
          <ac:spMkLst>
            <pc:docMk/>
            <pc:sldMk cId="547153299" sldId="1566"/>
            <ac:spMk id="3" creationId="{082AE675-6C7A-84A8-75D5-BB0B5E27DAB4}"/>
          </ac:spMkLst>
        </pc:spChg>
      </pc:sldChg>
      <pc:sldChg chg="modSp">
        <pc:chgData name="Guest User" userId="S::urn:spo:tenantanon#c91606e4-f272-4d31-bbfc-820bba825ea5::" providerId="AD" clId="Web-{75C3146B-F0BE-F697-EE6E-C779447988B1}" dt="2026-06-26T07:14:31.981" v="1" actId="20577"/>
        <pc:sldMkLst>
          <pc:docMk/>
          <pc:sldMk cId="956406968" sldId="1583"/>
        </pc:sldMkLst>
        <pc:spChg chg="mod">
          <ac:chgData name="Guest User" userId="S::urn:spo:tenantanon#c91606e4-f272-4d31-bbfc-820bba825ea5::" providerId="AD" clId="Web-{75C3146B-F0BE-F697-EE6E-C779447988B1}" dt="2026-06-26T07:14:31.981" v="1" actId="20577"/>
          <ac:spMkLst>
            <pc:docMk/>
            <pc:sldMk cId="956406968" sldId="1583"/>
            <ac:spMk id="5" creationId="{3BF86695-03CD-2001-8835-11CE8872E3E6}"/>
          </ac:spMkLst>
        </pc:spChg>
      </pc:sldChg>
      <pc:sldChg chg="modSp">
        <pc:chgData name="Guest User" userId="S::urn:spo:tenantanon#c91606e4-f272-4d31-bbfc-820bba825ea5::" providerId="AD" clId="Web-{75C3146B-F0BE-F697-EE6E-C779447988B1}" dt="2026-06-26T07:16:01.985" v="21" actId="20577"/>
        <pc:sldMkLst>
          <pc:docMk/>
          <pc:sldMk cId="643884977" sldId="1596"/>
        </pc:sldMkLst>
        <pc:spChg chg="mod">
          <ac:chgData name="Guest User" userId="S::urn:spo:tenantanon#c91606e4-f272-4d31-bbfc-820bba825ea5::" providerId="AD" clId="Web-{75C3146B-F0BE-F697-EE6E-C779447988B1}" dt="2026-06-26T07:16:01.985" v="21" actId="20577"/>
          <ac:spMkLst>
            <pc:docMk/>
            <pc:sldMk cId="643884977" sldId="1596"/>
            <ac:spMk id="4" creationId="{E8881B14-ECAA-39DE-2F6F-13583621320C}"/>
          </ac:spMkLst>
        </pc:spChg>
      </pc:sldChg>
    </pc:docChg>
  </pc:docChgLst>
  <pc:docChgLst>
    <pc:chgData name="FIOL Lucile" userId="S::lu.fiol@fiteco.com::778d51e7-5060-41a7-a923-b51ba3a4c523" providerId="AD" clId="Web-{9E036C4A-C335-4D56-9BAA-8B16DEDB8F29}"/>
    <pc:docChg chg="addSld modSld sldOrd">
      <pc:chgData name="FIOL Lucile" userId="S::lu.fiol@fiteco.com::778d51e7-5060-41a7-a923-b51ba3a4c523" providerId="AD" clId="Web-{9E036C4A-C335-4D56-9BAA-8B16DEDB8F29}" dt="2026-06-16T07:44:26.093" v="215"/>
      <pc:docMkLst>
        <pc:docMk/>
      </pc:docMkLst>
      <pc:sldChg chg="modSp">
        <pc:chgData name="FIOL Lucile" userId="S::lu.fiol@fiteco.com::778d51e7-5060-41a7-a923-b51ba3a4c523" providerId="AD" clId="Web-{9E036C4A-C335-4D56-9BAA-8B16DEDB8F29}" dt="2026-06-16T07:42:14.822" v="152" actId="20577"/>
        <pc:sldMkLst>
          <pc:docMk/>
          <pc:sldMk cId="1709385313" sldId="1523"/>
        </pc:sldMkLst>
        <pc:spChg chg="mod">
          <ac:chgData name="FIOL Lucile" userId="S::lu.fiol@fiteco.com::778d51e7-5060-41a7-a923-b51ba3a4c523" providerId="AD" clId="Web-{9E036C4A-C335-4D56-9BAA-8B16DEDB8F29}" dt="2026-06-16T07:42:14.822" v="152" actId="20577"/>
          <ac:spMkLst>
            <pc:docMk/>
            <pc:sldMk cId="1709385313" sldId="1523"/>
            <ac:spMk id="5" creationId="{C751EB6B-E2CE-4DCA-C48F-940252CCD435}"/>
          </ac:spMkLst>
        </pc:spChg>
        <pc:picChg chg="mod">
          <ac:chgData name="FIOL Lucile" userId="S::lu.fiol@fiteco.com::778d51e7-5060-41a7-a923-b51ba3a4c523" providerId="AD" clId="Web-{9E036C4A-C335-4D56-9BAA-8B16DEDB8F29}" dt="2026-06-16T07:42:11.541" v="148" actId="1076"/>
          <ac:picMkLst>
            <pc:docMk/>
            <pc:sldMk cId="1709385313" sldId="1523"/>
            <ac:picMk id="12" creationId="{2D3AD15C-C52B-0FB5-09A1-E913F413DDCB}"/>
          </ac:picMkLst>
        </pc:picChg>
      </pc:sldChg>
      <pc:sldChg chg="modSp">
        <pc:chgData name="FIOL Lucile" userId="S::lu.fiol@fiteco.com::778d51e7-5060-41a7-a923-b51ba3a4c523" providerId="AD" clId="Web-{9E036C4A-C335-4D56-9BAA-8B16DEDB8F29}" dt="2026-06-16T07:42:19.072" v="153" actId="20577"/>
        <pc:sldMkLst>
          <pc:docMk/>
          <pc:sldMk cId="556308043" sldId="1569"/>
        </pc:sldMkLst>
        <pc:spChg chg="mod">
          <ac:chgData name="FIOL Lucile" userId="S::lu.fiol@fiteco.com::778d51e7-5060-41a7-a923-b51ba3a4c523" providerId="AD" clId="Web-{9E036C4A-C335-4D56-9BAA-8B16DEDB8F29}" dt="2026-06-16T07:42:19.072" v="153" actId="20577"/>
          <ac:spMkLst>
            <pc:docMk/>
            <pc:sldMk cId="556308043" sldId="1569"/>
            <ac:spMk id="5" creationId="{E82F6865-E4CB-AD1B-1097-AE8C502DE060}"/>
          </ac:spMkLst>
        </pc:spChg>
      </pc:sldChg>
      <pc:sldChg chg="modSp">
        <pc:chgData name="FIOL Lucile" userId="S::lu.fiol@fiteco.com::778d51e7-5060-41a7-a923-b51ba3a4c523" providerId="AD" clId="Web-{9E036C4A-C335-4D56-9BAA-8B16DEDB8F29}" dt="2026-06-16T07:42:22.635" v="154" actId="20577"/>
        <pc:sldMkLst>
          <pc:docMk/>
          <pc:sldMk cId="3075828907" sldId="1584"/>
        </pc:sldMkLst>
        <pc:spChg chg="mod">
          <ac:chgData name="FIOL Lucile" userId="S::lu.fiol@fiteco.com::778d51e7-5060-41a7-a923-b51ba3a4c523" providerId="AD" clId="Web-{9E036C4A-C335-4D56-9BAA-8B16DEDB8F29}" dt="2026-06-16T07:42:22.635" v="154" actId="20577"/>
          <ac:spMkLst>
            <pc:docMk/>
            <pc:sldMk cId="3075828907" sldId="1584"/>
            <ac:spMk id="7" creationId="{C1479303-9573-91C8-DAF0-EAD1CE8680B5}"/>
          </ac:spMkLst>
        </pc:spChg>
      </pc:sldChg>
      <pc:sldChg chg="addSp delSp modSp add ord replId modNotes">
        <pc:chgData name="FIOL Lucile" userId="S::lu.fiol@fiteco.com::778d51e7-5060-41a7-a923-b51ba3a4c523" providerId="AD" clId="Web-{9E036C4A-C335-4D56-9BAA-8B16DEDB8F29}" dt="2026-06-16T07:44:26.093" v="215"/>
        <pc:sldMkLst>
          <pc:docMk/>
          <pc:sldMk cId="1661632402" sldId="1586"/>
        </pc:sldMkLst>
        <pc:spChg chg="mod">
          <ac:chgData name="FIOL Lucile" userId="S::lu.fiol@fiteco.com::778d51e7-5060-41a7-a923-b51ba3a4c523" providerId="AD" clId="Web-{9E036C4A-C335-4D56-9BAA-8B16DEDB8F29}" dt="2026-06-16T07:37:57.045" v="35" actId="20577"/>
          <ac:spMkLst>
            <pc:docMk/>
            <pc:sldMk cId="1661632402" sldId="1586"/>
            <ac:spMk id="4" creationId="{36AD6633-C591-CC89-A055-3488FE828B06}"/>
          </ac:spMkLst>
        </pc:spChg>
        <pc:spChg chg="mod">
          <ac:chgData name="FIOL Lucile" userId="S::lu.fiol@fiteco.com::778d51e7-5060-41a7-a923-b51ba3a4c523" providerId="AD" clId="Web-{9E036C4A-C335-4D56-9BAA-8B16DEDB8F29}" dt="2026-06-16T07:41:59.790" v="147" actId="20577"/>
          <ac:spMkLst>
            <pc:docMk/>
            <pc:sldMk cId="1661632402" sldId="1586"/>
            <ac:spMk id="5" creationId="{F48E906C-B0EE-FE4B-7178-2E4E15EC8C3F}"/>
          </ac:spMkLst>
        </pc:spChg>
        <pc:picChg chg="mod">
          <ac:chgData name="FIOL Lucile" userId="S::lu.fiol@fiteco.com::778d51e7-5060-41a7-a923-b51ba3a4c523" providerId="AD" clId="Web-{9E036C4A-C335-4D56-9BAA-8B16DEDB8F29}" dt="2026-06-16T07:39:08.033" v="47" actId="1076"/>
          <ac:picMkLst>
            <pc:docMk/>
            <pc:sldMk cId="1661632402" sldId="1586"/>
            <ac:picMk id="14" creationId="{DE3E2FFF-C492-AEEE-4FC8-ACD3E57CFEE6}"/>
          </ac:picMkLst>
        </pc:picChg>
        <pc:inkChg chg="add">
          <ac:chgData name="FIOL Lucile" userId="S::lu.fiol@fiteco.com::778d51e7-5060-41a7-a923-b51ba3a4c523" providerId="AD" clId="Web-{9E036C4A-C335-4D56-9BAA-8B16DEDB8F29}" dt="2026-06-16T07:43:44.794" v="201"/>
          <ac:inkMkLst>
            <pc:docMk/>
            <pc:sldMk cId="1661632402" sldId="1586"/>
            <ac:inkMk id="6" creationId="{6913D8E9-963B-7780-EF84-3C5CD839CC59}"/>
          </ac:inkMkLst>
        </pc:inkChg>
      </pc:sldChg>
      <pc:sldChg chg="addSp delSp modSp add ord replId modNotes">
        <pc:chgData name="FIOL Lucile" userId="S::lu.fiol@fiteco.com::778d51e7-5060-41a7-a923-b51ba3a4c523" providerId="AD" clId="Web-{9E036C4A-C335-4D56-9BAA-8B16DEDB8F29}" dt="2026-06-16T07:43:29.841" v="200"/>
        <pc:sldMkLst>
          <pc:docMk/>
          <pc:sldMk cId="220347103" sldId="1587"/>
        </pc:sldMkLst>
        <pc:spChg chg="mod">
          <ac:chgData name="FIOL Lucile" userId="S::lu.fiol@fiteco.com::778d51e7-5060-41a7-a923-b51ba3a4c523" providerId="AD" clId="Web-{9E036C4A-C335-4D56-9BAA-8B16DEDB8F29}" dt="2026-06-16T07:41:53.321" v="145" actId="20577"/>
          <ac:spMkLst>
            <pc:docMk/>
            <pc:sldMk cId="220347103" sldId="1587"/>
            <ac:spMk id="4" creationId="{546FA4EA-B132-B42E-55BC-020D31816C42}"/>
          </ac:spMkLst>
        </pc:spChg>
        <pc:spChg chg="mod">
          <ac:chgData name="FIOL Lucile" userId="S::lu.fiol@fiteco.com::778d51e7-5060-41a7-a923-b51ba3a4c523" providerId="AD" clId="Web-{9E036C4A-C335-4D56-9BAA-8B16DEDB8F29}" dt="2026-06-16T07:42:29.510" v="157" actId="20577"/>
          <ac:spMkLst>
            <pc:docMk/>
            <pc:sldMk cId="220347103" sldId="1587"/>
            <ac:spMk id="5" creationId="{0DBA6149-5682-E50D-6B34-5BFFCEE03EE9}"/>
          </ac:spMkLst>
        </pc:spChg>
        <pc:spChg chg="mod">
          <ac:chgData name="FIOL Lucile" userId="S::lu.fiol@fiteco.com::778d51e7-5060-41a7-a923-b51ba3a4c523" providerId="AD" clId="Web-{9E036C4A-C335-4D56-9BAA-8B16DEDB8F29}" dt="2026-06-16T07:42:56.152" v="159" actId="1076"/>
          <ac:spMkLst>
            <pc:docMk/>
            <pc:sldMk cId="220347103" sldId="1587"/>
            <ac:spMk id="9" creationId="{AD106988-D371-C3DD-F089-A30A9849CC2D}"/>
          </ac:spMkLst>
        </pc:spChg>
        <pc:picChg chg="add mod">
          <ac:chgData name="FIOL Lucile" userId="S::lu.fiol@fiteco.com::778d51e7-5060-41a7-a923-b51ba3a4c523" providerId="AD" clId="Web-{9E036C4A-C335-4D56-9BAA-8B16DEDB8F29}" dt="2026-06-16T07:41:45.852" v="143" actId="1076"/>
          <ac:picMkLst>
            <pc:docMk/>
            <pc:sldMk cId="220347103" sldId="1587"/>
            <ac:picMk id="2" creationId="{B4E081E7-61C5-E99B-3413-EBFE231D679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2889938"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777607" y="1"/>
            <a:ext cx="2889938" cy="498056"/>
          </a:xfrm>
          <a:prstGeom prst="rect">
            <a:avLst/>
          </a:prstGeom>
        </p:spPr>
        <p:txBody>
          <a:bodyPr vert="horz" lIns="91440" tIns="45720" rIns="91440" bIns="45720" rtlCol="0"/>
          <a:lstStyle>
            <a:lvl1pPr algn="r">
              <a:defRPr sz="1200"/>
            </a:lvl1pPr>
          </a:lstStyle>
          <a:p>
            <a:fld id="{53252EED-1B66-40C9-8426-C9E1CC30AA45}"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357188" y="1241425"/>
            <a:ext cx="5954712"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66909" y="4777194"/>
            <a:ext cx="5335270" cy="3908615"/>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0910B20E-BFE3-41E1-A49B-15A522566010}" type="slidenum">
              <a:rPr lang="fr-FR" smtClean="0"/>
              <a:t>‹N°›</a:t>
            </a:fld>
            <a:endParaRPr lang="fr-FR"/>
          </a:p>
        </p:txBody>
      </p:sp>
    </p:spTree>
    <p:extLst>
      <p:ext uri="{BB962C8B-B14F-4D97-AF65-F5344CB8AC3E}">
        <p14:creationId xmlns:p14="http://schemas.microsoft.com/office/powerpoint/2010/main" val="2614107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en-US">
                <a:latin typeface="Calibri"/>
                <a:ea typeface="Calibri"/>
                <a:cs typeface="Calibri"/>
              </a:rPr>
              <a:t>REMERCIEMENTS</a:t>
            </a:r>
          </a:p>
          <a:p>
            <a:r>
              <a:rPr lang="en-US">
                <a:latin typeface="Calibri"/>
                <a:ea typeface="Calibri"/>
                <a:cs typeface="Calibri"/>
              </a:rPr>
              <a:t>MA PRESENTATION </a:t>
            </a:r>
          </a:p>
          <a:p>
            <a:r>
              <a:rPr lang="en-US">
                <a:latin typeface="Calibri"/>
                <a:ea typeface="Calibri"/>
                <a:cs typeface="Calibri"/>
              </a:rPr>
              <a:t>SUPPORT DISPONIBLES DANS MY FITECO</a:t>
            </a:r>
          </a:p>
          <a:p>
            <a:endParaRPr lang="en-US">
              <a:latin typeface="Calibri"/>
              <a:ea typeface="Calibri"/>
              <a:cs typeface="Calibri"/>
            </a:endParaRPr>
          </a:p>
        </p:txBody>
      </p:sp>
      <p:sp>
        <p:nvSpPr>
          <p:cNvPr id="4" name="Espace réservé du numéro de diapositive 3"/>
          <p:cNvSpPr>
            <a:spLocks noGrp="1"/>
          </p:cNvSpPr>
          <p:nvPr>
            <p:ph type="sldNum" sz="quarter" idx="5"/>
          </p:nvPr>
        </p:nvSpPr>
        <p:spPr/>
        <p:txBody>
          <a:bodyPr/>
          <a:lstStyle/>
          <a:p>
            <a:fld id="{0910B20E-BFE3-41E1-A49B-15A522566010}" type="slidenum">
              <a:rPr lang="fr-FR" smtClean="0"/>
              <a:t>1</a:t>
            </a:fld>
            <a:endParaRPr lang="fr-FR"/>
          </a:p>
        </p:txBody>
      </p:sp>
    </p:spTree>
    <p:extLst>
      <p:ext uri="{BB962C8B-B14F-4D97-AF65-F5344CB8AC3E}">
        <p14:creationId xmlns:p14="http://schemas.microsoft.com/office/powerpoint/2010/main" val="1505315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algn="just">
              <a:lnSpc>
                <a:spcPct val="150000"/>
              </a:lnSpc>
              <a:spcBef>
                <a:spcPts val="1000"/>
              </a:spcBef>
            </a:pPr>
            <a:endParaRPr lang="fr-FR" dirty="0"/>
          </a:p>
        </p:txBody>
      </p:sp>
      <p:sp>
        <p:nvSpPr>
          <p:cNvPr id="4" name="Slide Number Placeholder 3"/>
          <p:cNvSpPr>
            <a:spLocks noGrp="1"/>
          </p:cNvSpPr>
          <p:nvPr>
            <p:ph type="sldNum" sz="quarter" idx="5"/>
          </p:nvPr>
        </p:nvSpPr>
        <p:spPr/>
        <p:txBody>
          <a:bodyPr/>
          <a:lstStyle/>
          <a:p>
            <a:fld id="{0910B20E-BFE3-41E1-A49B-15A522566010}" type="slidenum">
              <a:rPr lang="fr-FR" smtClean="0"/>
              <a:t>2</a:t>
            </a:fld>
            <a:endParaRPr lang="fr-FR"/>
          </a:p>
        </p:txBody>
      </p:sp>
    </p:spTree>
    <p:extLst>
      <p:ext uri="{BB962C8B-B14F-4D97-AF65-F5344CB8AC3E}">
        <p14:creationId xmlns:p14="http://schemas.microsoft.com/office/powerpoint/2010/main" val="201358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0910B20E-BFE3-41E1-A49B-15A522566010}" type="slidenum">
              <a:rPr lang="fr-FR" smtClean="0"/>
              <a:t>3</a:t>
            </a:fld>
            <a:endParaRPr lang="fr-FR"/>
          </a:p>
        </p:txBody>
      </p:sp>
    </p:spTree>
    <p:extLst>
      <p:ext uri="{BB962C8B-B14F-4D97-AF65-F5344CB8AC3E}">
        <p14:creationId xmlns:p14="http://schemas.microsoft.com/office/powerpoint/2010/main" val="2749536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rtl="0" fontAlgn="base"/>
            <a:endParaRPr lang="fr-FR" dirty="0"/>
          </a:p>
        </p:txBody>
      </p:sp>
      <p:sp>
        <p:nvSpPr>
          <p:cNvPr id="4" name="Espace réservé du numéro de diapositive 3"/>
          <p:cNvSpPr>
            <a:spLocks noGrp="1"/>
          </p:cNvSpPr>
          <p:nvPr>
            <p:ph type="sldNum" sz="quarter" idx="5"/>
          </p:nvPr>
        </p:nvSpPr>
        <p:spPr/>
        <p:txBody>
          <a:bodyPr/>
          <a:lstStyle/>
          <a:p>
            <a:fld id="{0910B20E-BFE3-41E1-A49B-15A522566010}" type="slidenum">
              <a:rPr lang="fr-FR" smtClean="0"/>
              <a:t>4</a:t>
            </a:fld>
            <a:endParaRPr lang="fr-FR"/>
          </a:p>
        </p:txBody>
      </p:sp>
    </p:spTree>
    <p:extLst>
      <p:ext uri="{BB962C8B-B14F-4D97-AF65-F5344CB8AC3E}">
        <p14:creationId xmlns:p14="http://schemas.microsoft.com/office/powerpoint/2010/main" val="1988218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0A2EA-BC31-EF06-6788-B67AEF6516D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C19BF4-C53F-34AE-BEDF-5CDCFF0B254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A1E4C0C-71EA-D867-EE0E-66326FF13860}"/>
              </a:ext>
            </a:extLst>
          </p:cNvPr>
          <p:cNvSpPr>
            <a:spLocks noGrp="1"/>
          </p:cNvSpPr>
          <p:nvPr>
            <p:ph type="body" idx="1"/>
          </p:nvPr>
        </p:nvSpPr>
        <p:spPr/>
        <p:txBody>
          <a:bodyPr/>
          <a:lstStyle/>
          <a:p>
            <a:pPr rtl="0" fontAlgn="base"/>
            <a:endParaRPr lang="fr-FR" dirty="0"/>
          </a:p>
        </p:txBody>
      </p:sp>
      <p:sp>
        <p:nvSpPr>
          <p:cNvPr id="4" name="Espace réservé du numéro de diapositive 3">
            <a:extLst>
              <a:ext uri="{FF2B5EF4-FFF2-40B4-BE49-F238E27FC236}">
                <a16:creationId xmlns:a16="http://schemas.microsoft.com/office/drawing/2014/main" id="{81D7B825-A470-3843-0BD3-FD3144E5E331}"/>
              </a:ext>
            </a:extLst>
          </p:cNvPr>
          <p:cNvSpPr>
            <a:spLocks noGrp="1"/>
          </p:cNvSpPr>
          <p:nvPr>
            <p:ph type="sldNum" sz="quarter" idx="5"/>
          </p:nvPr>
        </p:nvSpPr>
        <p:spPr/>
        <p:txBody>
          <a:bodyPr/>
          <a:lstStyle/>
          <a:p>
            <a:fld id="{0910B20E-BFE3-41E1-A49B-15A522566010}" type="slidenum">
              <a:rPr lang="fr-FR" smtClean="0"/>
              <a:t>5</a:t>
            </a:fld>
            <a:endParaRPr lang="fr-FR"/>
          </a:p>
        </p:txBody>
      </p:sp>
    </p:spTree>
    <p:extLst>
      <p:ext uri="{BB962C8B-B14F-4D97-AF65-F5344CB8AC3E}">
        <p14:creationId xmlns:p14="http://schemas.microsoft.com/office/powerpoint/2010/main" val="2564311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05CE8-1E1E-F8BF-6433-AD480A3D87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9F4213-F20C-5BBF-5BE6-FAB16D384DE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12B7004-D5C5-16B9-7D91-F81D87228C2E}"/>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B88CC0DA-1072-4BA6-471D-B09BF73373AE}"/>
              </a:ext>
            </a:extLst>
          </p:cNvPr>
          <p:cNvSpPr>
            <a:spLocks noGrp="1"/>
          </p:cNvSpPr>
          <p:nvPr>
            <p:ph type="sldNum" sz="quarter" idx="5"/>
          </p:nvPr>
        </p:nvSpPr>
        <p:spPr/>
        <p:txBody>
          <a:bodyPr/>
          <a:lstStyle/>
          <a:p>
            <a:fld id="{0910B20E-BFE3-41E1-A49B-15A522566010}" type="slidenum">
              <a:rPr lang="fr-FR" smtClean="0"/>
              <a:t>6</a:t>
            </a:fld>
            <a:endParaRPr lang="fr-FR"/>
          </a:p>
        </p:txBody>
      </p:sp>
    </p:spTree>
    <p:extLst>
      <p:ext uri="{BB962C8B-B14F-4D97-AF65-F5344CB8AC3E}">
        <p14:creationId xmlns:p14="http://schemas.microsoft.com/office/powerpoint/2010/main" val="529308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2D37E-8903-1F1D-6281-3D927F3DE13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875C5C4-349D-910D-BFDA-41631BD112F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E6AA03-52BF-4B30-DDA3-CB605B491329}"/>
              </a:ext>
            </a:extLst>
          </p:cNvPr>
          <p:cNvSpPr>
            <a:spLocks noGrp="1"/>
          </p:cNvSpPr>
          <p:nvPr>
            <p:ph type="body" idx="1"/>
          </p:nvPr>
        </p:nvSpPr>
        <p:spPr/>
        <p:txBody>
          <a:bodyPr/>
          <a:lstStyle/>
          <a:p>
            <a:pPr rtl="0" fontAlgn="base"/>
            <a:endParaRPr lang="fr-FR" dirty="0"/>
          </a:p>
        </p:txBody>
      </p:sp>
      <p:sp>
        <p:nvSpPr>
          <p:cNvPr id="4" name="Espace réservé du numéro de diapositive 3">
            <a:extLst>
              <a:ext uri="{FF2B5EF4-FFF2-40B4-BE49-F238E27FC236}">
                <a16:creationId xmlns:a16="http://schemas.microsoft.com/office/drawing/2014/main" id="{5670DA53-F579-5BBD-D34C-4201F51506E8}"/>
              </a:ext>
            </a:extLst>
          </p:cNvPr>
          <p:cNvSpPr>
            <a:spLocks noGrp="1"/>
          </p:cNvSpPr>
          <p:nvPr>
            <p:ph type="sldNum" sz="quarter" idx="5"/>
          </p:nvPr>
        </p:nvSpPr>
        <p:spPr/>
        <p:txBody>
          <a:bodyPr/>
          <a:lstStyle/>
          <a:p>
            <a:fld id="{0910B20E-BFE3-41E1-A49B-15A522566010}" type="slidenum">
              <a:rPr lang="fr-FR" smtClean="0"/>
              <a:t>7</a:t>
            </a:fld>
            <a:endParaRPr lang="fr-FR"/>
          </a:p>
        </p:txBody>
      </p:sp>
    </p:spTree>
    <p:extLst>
      <p:ext uri="{BB962C8B-B14F-4D97-AF65-F5344CB8AC3E}">
        <p14:creationId xmlns:p14="http://schemas.microsoft.com/office/powerpoint/2010/main" val="2730981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7027D-C11B-73A7-9670-DDB30500B9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CA001E-8C49-FFC3-42FF-17A724FB909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8BE0F22-8188-A952-6127-78EEEA9A9F4F}"/>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873407CE-1AF6-5748-B4F4-E42FF0C1B21B}"/>
              </a:ext>
            </a:extLst>
          </p:cNvPr>
          <p:cNvSpPr>
            <a:spLocks noGrp="1"/>
          </p:cNvSpPr>
          <p:nvPr>
            <p:ph type="sldNum" sz="quarter" idx="5"/>
          </p:nvPr>
        </p:nvSpPr>
        <p:spPr/>
        <p:txBody>
          <a:bodyPr/>
          <a:lstStyle/>
          <a:p>
            <a:fld id="{0910B20E-BFE3-41E1-A49B-15A522566010}" type="slidenum">
              <a:rPr lang="fr-FR" smtClean="0"/>
              <a:t>8</a:t>
            </a:fld>
            <a:endParaRPr lang="fr-FR"/>
          </a:p>
        </p:txBody>
      </p:sp>
    </p:spTree>
    <p:extLst>
      <p:ext uri="{BB962C8B-B14F-4D97-AF65-F5344CB8AC3E}">
        <p14:creationId xmlns:p14="http://schemas.microsoft.com/office/powerpoint/2010/main" val="4142802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4A32-FD51-2984-EE1E-B89068AA85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A0FC8A-9105-C5DA-CC4A-A7A496B7334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FC55D17-BB99-7B8A-2B84-FDBDEDF39C73}"/>
              </a:ext>
            </a:extLst>
          </p:cNvPr>
          <p:cNvSpPr>
            <a:spLocks noGrp="1"/>
          </p:cNvSpPr>
          <p:nvPr>
            <p:ph type="body" idx="1"/>
          </p:nvPr>
        </p:nvSpPr>
        <p:spPr/>
        <p:txBody>
          <a:bodyPr/>
          <a:lstStyle/>
          <a:p>
            <a:pPr rtl="0" fontAlgn="base"/>
            <a:endParaRPr lang="fr-FR" dirty="0"/>
          </a:p>
        </p:txBody>
      </p:sp>
      <p:sp>
        <p:nvSpPr>
          <p:cNvPr id="4" name="Espace réservé du numéro de diapositive 3">
            <a:extLst>
              <a:ext uri="{FF2B5EF4-FFF2-40B4-BE49-F238E27FC236}">
                <a16:creationId xmlns:a16="http://schemas.microsoft.com/office/drawing/2014/main" id="{95C88C24-1239-5A60-8935-6B950046BD7E}"/>
              </a:ext>
            </a:extLst>
          </p:cNvPr>
          <p:cNvSpPr>
            <a:spLocks noGrp="1"/>
          </p:cNvSpPr>
          <p:nvPr>
            <p:ph type="sldNum" sz="quarter" idx="5"/>
          </p:nvPr>
        </p:nvSpPr>
        <p:spPr/>
        <p:txBody>
          <a:bodyPr/>
          <a:lstStyle/>
          <a:p>
            <a:fld id="{0910B20E-BFE3-41E1-A49B-15A522566010}" type="slidenum">
              <a:rPr lang="fr-FR" smtClean="0"/>
              <a:t>9</a:t>
            </a:fld>
            <a:endParaRPr lang="fr-FR"/>
          </a:p>
        </p:txBody>
      </p:sp>
    </p:spTree>
    <p:extLst>
      <p:ext uri="{BB962C8B-B14F-4D97-AF65-F5344CB8AC3E}">
        <p14:creationId xmlns:p14="http://schemas.microsoft.com/office/powerpoint/2010/main" val="2783016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9BAD4-71F8-F0B5-3C38-94B11EF8BB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A43DCC5-993D-E9B6-DC4B-949FEE1D6F1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25B4089-14EB-501D-151B-F795B2ABE16D}"/>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F42CF925-8C6E-D576-39BE-E06DC0FFA6B2}"/>
              </a:ext>
            </a:extLst>
          </p:cNvPr>
          <p:cNvSpPr>
            <a:spLocks noGrp="1"/>
          </p:cNvSpPr>
          <p:nvPr>
            <p:ph type="sldNum" sz="quarter" idx="5"/>
          </p:nvPr>
        </p:nvSpPr>
        <p:spPr/>
        <p:txBody>
          <a:bodyPr/>
          <a:lstStyle/>
          <a:p>
            <a:fld id="{0910B20E-BFE3-41E1-A49B-15A522566010}" type="slidenum">
              <a:rPr lang="fr-FR" smtClean="0"/>
              <a:t>10</a:t>
            </a:fld>
            <a:endParaRPr lang="fr-FR"/>
          </a:p>
        </p:txBody>
      </p:sp>
    </p:spTree>
    <p:extLst>
      <p:ext uri="{BB962C8B-B14F-4D97-AF65-F5344CB8AC3E}">
        <p14:creationId xmlns:p14="http://schemas.microsoft.com/office/powerpoint/2010/main" val="922230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52BA-8865-05D4-AC17-800565F41F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A7B576E-5CA2-E9E8-BD7B-DBDE049F908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6D4C295-33F7-A13D-4E84-B3C7002310BA}"/>
              </a:ext>
            </a:extLst>
          </p:cNvPr>
          <p:cNvSpPr>
            <a:spLocks noGrp="1"/>
          </p:cNvSpPr>
          <p:nvPr>
            <p:ph type="body" idx="1"/>
          </p:nvPr>
        </p:nvSpPr>
        <p:spPr/>
        <p:txBody>
          <a:bodyPr/>
          <a:lstStyle/>
          <a:p>
            <a:pPr rtl="0" fontAlgn="base"/>
            <a:endParaRPr lang="fr-FR" dirty="0"/>
          </a:p>
        </p:txBody>
      </p:sp>
      <p:sp>
        <p:nvSpPr>
          <p:cNvPr id="4" name="Espace réservé du numéro de diapositive 3">
            <a:extLst>
              <a:ext uri="{FF2B5EF4-FFF2-40B4-BE49-F238E27FC236}">
                <a16:creationId xmlns:a16="http://schemas.microsoft.com/office/drawing/2014/main" id="{C93AC7F0-CF1D-65A3-FB79-49F2F03DBE20}"/>
              </a:ext>
            </a:extLst>
          </p:cNvPr>
          <p:cNvSpPr>
            <a:spLocks noGrp="1"/>
          </p:cNvSpPr>
          <p:nvPr>
            <p:ph type="sldNum" sz="quarter" idx="5"/>
          </p:nvPr>
        </p:nvSpPr>
        <p:spPr/>
        <p:txBody>
          <a:bodyPr/>
          <a:lstStyle/>
          <a:p>
            <a:fld id="{0910B20E-BFE3-41E1-A49B-15A522566010}" type="slidenum">
              <a:rPr lang="fr-FR" smtClean="0"/>
              <a:t>11</a:t>
            </a:fld>
            <a:endParaRPr lang="fr-FR"/>
          </a:p>
        </p:txBody>
      </p:sp>
    </p:spTree>
    <p:extLst>
      <p:ext uri="{BB962C8B-B14F-4D97-AF65-F5344CB8AC3E}">
        <p14:creationId xmlns:p14="http://schemas.microsoft.com/office/powerpoint/2010/main" val="646855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476E4-B7A1-1372-769C-B6D09C353B6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B834547-C5C7-92ED-EEC6-CEF968FF047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7CA78E4-B5C2-66F2-F201-97EE8D6FEA3E}"/>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E71830FE-BB20-226A-8DC7-59018B1CCFBB}"/>
              </a:ext>
            </a:extLst>
          </p:cNvPr>
          <p:cNvSpPr>
            <a:spLocks noGrp="1"/>
          </p:cNvSpPr>
          <p:nvPr>
            <p:ph type="sldNum" sz="quarter" idx="5"/>
          </p:nvPr>
        </p:nvSpPr>
        <p:spPr/>
        <p:txBody>
          <a:bodyPr/>
          <a:lstStyle/>
          <a:p>
            <a:fld id="{0910B20E-BFE3-41E1-A49B-15A522566010}" type="slidenum">
              <a:rPr lang="fr-FR" smtClean="0"/>
              <a:t>12</a:t>
            </a:fld>
            <a:endParaRPr lang="fr-FR"/>
          </a:p>
        </p:txBody>
      </p:sp>
    </p:spTree>
    <p:extLst>
      <p:ext uri="{BB962C8B-B14F-4D97-AF65-F5344CB8AC3E}">
        <p14:creationId xmlns:p14="http://schemas.microsoft.com/office/powerpoint/2010/main" val="95435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1E27E-A1D6-BD55-B740-E044C14754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792C2B-381A-17CC-8842-01264E9091F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B29AE95-A2BF-CE1A-8F12-EEE367E28EA1}"/>
              </a:ext>
            </a:extLst>
          </p:cNvPr>
          <p:cNvSpPr>
            <a:spLocks noGrp="1"/>
          </p:cNvSpPr>
          <p:nvPr>
            <p:ph type="body" idx="1"/>
          </p:nvPr>
        </p:nvSpPr>
        <p:spPr/>
        <p:txBody>
          <a:bodyPr/>
          <a:lstStyle/>
          <a:p>
            <a:pPr rtl="0" fontAlgn="base"/>
            <a:endParaRPr lang="fr-FR" dirty="0"/>
          </a:p>
        </p:txBody>
      </p:sp>
      <p:sp>
        <p:nvSpPr>
          <p:cNvPr id="4" name="Espace réservé du numéro de diapositive 3">
            <a:extLst>
              <a:ext uri="{FF2B5EF4-FFF2-40B4-BE49-F238E27FC236}">
                <a16:creationId xmlns:a16="http://schemas.microsoft.com/office/drawing/2014/main" id="{3B5650BC-7B18-686E-E164-6BB4D49A5F7D}"/>
              </a:ext>
            </a:extLst>
          </p:cNvPr>
          <p:cNvSpPr>
            <a:spLocks noGrp="1"/>
          </p:cNvSpPr>
          <p:nvPr>
            <p:ph type="sldNum" sz="quarter" idx="5"/>
          </p:nvPr>
        </p:nvSpPr>
        <p:spPr/>
        <p:txBody>
          <a:bodyPr/>
          <a:lstStyle/>
          <a:p>
            <a:fld id="{0910B20E-BFE3-41E1-A49B-15A522566010}" type="slidenum">
              <a:rPr lang="fr-FR" smtClean="0"/>
              <a:t>13</a:t>
            </a:fld>
            <a:endParaRPr lang="fr-FR"/>
          </a:p>
        </p:txBody>
      </p:sp>
    </p:spTree>
    <p:extLst>
      <p:ext uri="{BB962C8B-B14F-4D97-AF65-F5344CB8AC3E}">
        <p14:creationId xmlns:p14="http://schemas.microsoft.com/office/powerpoint/2010/main" val="35190814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A19AD-04D6-8218-B7E1-B438FDB273D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454D920-C915-23A4-9B48-8F2BE4B4D4B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09F1A95-6C8D-EB48-A735-C29DEA6B4FF4}"/>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2C5423B9-4D4F-E4CF-3F70-3D03EA6FF407}"/>
              </a:ext>
            </a:extLst>
          </p:cNvPr>
          <p:cNvSpPr>
            <a:spLocks noGrp="1"/>
          </p:cNvSpPr>
          <p:nvPr>
            <p:ph type="sldNum" sz="quarter" idx="5"/>
          </p:nvPr>
        </p:nvSpPr>
        <p:spPr/>
        <p:txBody>
          <a:bodyPr/>
          <a:lstStyle/>
          <a:p>
            <a:fld id="{0910B20E-BFE3-41E1-A49B-15A522566010}" type="slidenum">
              <a:rPr lang="fr-FR" smtClean="0"/>
              <a:t>14</a:t>
            </a:fld>
            <a:endParaRPr lang="fr-FR"/>
          </a:p>
        </p:txBody>
      </p:sp>
    </p:spTree>
    <p:extLst>
      <p:ext uri="{BB962C8B-B14F-4D97-AF65-F5344CB8AC3E}">
        <p14:creationId xmlns:p14="http://schemas.microsoft.com/office/powerpoint/2010/main" val="33123327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E6398-38D4-7434-DC18-D015BE20958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E24186C-750E-7242-3103-D2BF3630A1C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E64AB57-B731-616B-1B76-23CE31FDFA3C}"/>
              </a:ext>
            </a:extLst>
          </p:cNvPr>
          <p:cNvSpPr>
            <a:spLocks noGrp="1"/>
          </p:cNvSpPr>
          <p:nvPr>
            <p:ph type="body" idx="1"/>
          </p:nvPr>
        </p:nvSpPr>
        <p:spPr/>
        <p:txBody>
          <a:bodyPr/>
          <a:lstStyle/>
          <a:p>
            <a:pPr rtl="0" fontAlgn="base"/>
            <a:endParaRPr lang="fr-FR" dirty="0"/>
          </a:p>
        </p:txBody>
      </p:sp>
      <p:sp>
        <p:nvSpPr>
          <p:cNvPr id="4" name="Espace réservé du numéro de diapositive 3">
            <a:extLst>
              <a:ext uri="{FF2B5EF4-FFF2-40B4-BE49-F238E27FC236}">
                <a16:creationId xmlns:a16="http://schemas.microsoft.com/office/drawing/2014/main" id="{B2EA919E-AEB8-CD7D-846B-B941496EC096}"/>
              </a:ext>
            </a:extLst>
          </p:cNvPr>
          <p:cNvSpPr>
            <a:spLocks noGrp="1"/>
          </p:cNvSpPr>
          <p:nvPr>
            <p:ph type="sldNum" sz="quarter" idx="5"/>
          </p:nvPr>
        </p:nvSpPr>
        <p:spPr/>
        <p:txBody>
          <a:bodyPr/>
          <a:lstStyle/>
          <a:p>
            <a:fld id="{0910B20E-BFE3-41E1-A49B-15A522566010}" type="slidenum">
              <a:rPr lang="fr-FR" smtClean="0"/>
              <a:t>15</a:t>
            </a:fld>
            <a:endParaRPr lang="fr-FR"/>
          </a:p>
        </p:txBody>
      </p:sp>
    </p:spTree>
    <p:extLst>
      <p:ext uri="{BB962C8B-B14F-4D97-AF65-F5344CB8AC3E}">
        <p14:creationId xmlns:p14="http://schemas.microsoft.com/office/powerpoint/2010/main" val="124560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AA0B5-DC09-94F5-D199-2AF87F36EB4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1B06183-CDF2-5B29-3953-83D9AD5938C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82756E7-EDE2-3023-A4C2-7BF0C3414B29}"/>
              </a:ext>
            </a:extLst>
          </p:cNvPr>
          <p:cNvSpPr>
            <a:spLocks noGrp="1"/>
          </p:cNvSpPr>
          <p:nvPr>
            <p:ph type="body" idx="1"/>
          </p:nvPr>
        </p:nvSpPr>
        <p:spPr/>
        <p:txBody>
          <a:bodyPr/>
          <a:lstStyle/>
          <a:p>
            <a:pPr rtl="0" fontAlgn="base"/>
            <a:endParaRPr lang="fr-FR" dirty="0"/>
          </a:p>
        </p:txBody>
      </p:sp>
      <p:sp>
        <p:nvSpPr>
          <p:cNvPr id="4" name="Espace réservé du numéro de diapositive 3">
            <a:extLst>
              <a:ext uri="{FF2B5EF4-FFF2-40B4-BE49-F238E27FC236}">
                <a16:creationId xmlns:a16="http://schemas.microsoft.com/office/drawing/2014/main" id="{F6CC9BC5-EAF5-B12A-E7CF-55AC96BFFDE4}"/>
              </a:ext>
            </a:extLst>
          </p:cNvPr>
          <p:cNvSpPr>
            <a:spLocks noGrp="1"/>
          </p:cNvSpPr>
          <p:nvPr>
            <p:ph type="sldNum" sz="quarter" idx="5"/>
          </p:nvPr>
        </p:nvSpPr>
        <p:spPr/>
        <p:txBody>
          <a:bodyPr/>
          <a:lstStyle/>
          <a:p>
            <a:fld id="{0910B20E-BFE3-41E1-A49B-15A522566010}" type="slidenum">
              <a:rPr lang="fr-FR" smtClean="0"/>
              <a:t>16</a:t>
            </a:fld>
            <a:endParaRPr lang="fr-FR"/>
          </a:p>
        </p:txBody>
      </p:sp>
    </p:spTree>
    <p:extLst>
      <p:ext uri="{BB962C8B-B14F-4D97-AF65-F5344CB8AC3E}">
        <p14:creationId xmlns:p14="http://schemas.microsoft.com/office/powerpoint/2010/main" val="10907535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6B724-F390-B310-02D8-2C1948A961A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3E9DF6A-E770-DF7A-3ACA-BD342ADBD7B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F7E3BEE-DDF8-D11B-60D0-3CAA5AE27F59}"/>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3250D1D2-1FFE-8671-D4F3-51AF82F9FF8D}"/>
              </a:ext>
            </a:extLst>
          </p:cNvPr>
          <p:cNvSpPr>
            <a:spLocks noGrp="1"/>
          </p:cNvSpPr>
          <p:nvPr>
            <p:ph type="sldNum" sz="quarter" idx="5"/>
          </p:nvPr>
        </p:nvSpPr>
        <p:spPr/>
        <p:txBody>
          <a:bodyPr/>
          <a:lstStyle/>
          <a:p>
            <a:fld id="{0910B20E-BFE3-41E1-A49B-15A522566010}" type="slidenum">
              <a:rPr lang="fr-FR" smtClean="0"/>
              <a:t>17</a:t>
            </a:fld>
            <a:endParaRPr lang="fr-FR"/>
          </a:p>
        </p:txBody>
      </p:sp>
    </p:spTree>
    <p:extLst>
      <p:ext uri="{BB962C8B-B14F-4D97-AF65-F5344CB8AC3E}">
        <p14:creationId xmlns:p14="http://schemas.microsoft.com/office/powerpoint/2010/main" val="555290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B0FC-6CCD-2DB2-4417-9BC821744C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3EBB0AC-38D8-9EA1-289D-C370AB33BD6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F53C91B-C8FA-A5A7-085D-274385D38F03}"/>
              </a:ext>
            </a:extLst>
          </p:cNvPr>
          <p:cNvSpPr>
            <a:spLocks noGrp="1"/>
          </p:cNvSpPr>
          <p:nvPr>
            <p:ph type="body" idx="1"/>
          </p:nvPr>
        </p:nvSpPr>
        <p:spPr/>
        <p:txBody>
          <a:bodyPr/>
          <a:lstStyle/>
          <a:p>
            <a:pPr rtl="0" fontAlgn="base"/>
            <a:endParaRPr lang="fr-FR" dirty="0"/>
          </a:p>
        </p:txBody>
      </p:sp>
      <p:sp>
        <p:nvSpPr>
          <p:cNvPr id="4" name="Espace réservé du numéro de diapositive 3">
            <a:extLst>
              <a:ext uri="{FF2B5EF4-FFF2-40B4-BE49-F238E27FC236}">
                <a16:creationId xmlns:a16="http://schemas.microsoft.com/office/drawing/2014/main" id="{81973426-25A3-AF51-73CB-42363D6D9A4C}"/>
              </a:ext>
            </a:extLst>
          </p:cNvPr>
          <p:cNvSpPr>
            <a:spLocks noGrp="1"/>
          </p:cNvSpPr>
          <p:nvPr>
            <p:ph type="sldNum" sz="quarter" idx="5"/>
          </p:nvPr>
        </p:nvSpPr>
        <p:spPr/>
        <p:txBody>
          <a:bodyPr/>
          <a:lstStyle/>
          <a:p>
            <a:fld id="{0910B20E-BFE3-41E1-A49B-15A522566010}" type="slidenum">
              <a:rPr lang="fr-FR" smtClean="0"/>
              <a:t>18</a:t>
            </a:fld>
            <a:endParaRPr lang="fr-FR"/>
          </a:p>
        </p:txBody>
      </p:sp>
    </p:spTree>
    <p:extLst>
      <p:ext uri="{BB962C8B-B14F-4D97-AF65-F5344CB8AC3E}">
        <p14:creationId xmlns:p14="http://schemas.microsoft.com/office/powerpoint/2010/main" val="475612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A4899-0232-EF53-0B79-D0587651443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4FDEC53-E7E9-56F7-BF2E-6596B7414A8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59BF72C-1D94-4A88-06CA-B669DBDAA57C}"/>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D4876B6D-34B5-9F09-1AB7-88FA5382978D}"/>
              </a:ext>
            </a:extLst>
          </p:cNvPr>
          <p:cNvSpPr>
            <a:spLocks noGrp="1"/>
          </p:cNvSpPr>
          <p:nvPr>
            <p:ph type="sldNum" sz="quarter" idx="5"/>
          </p:nvPr>
        </p:nvSpPr>
        <p:spPr/>
        <p:txBody>
          <a:bodyPr/>
          <a:lstStyle/>
          <a:p>
            <a:fld id="{0910B20E-BFE3-41E1-A49B-15A522566010}" type="slidenum">
              <a:rPr lang="fr-FR" smtClean="0"/>
              <a:t>19</a:t>
            </a:fld>
            <a:endParaRPr lang="fr-FR"/>
          </a:p>
        </p:txBody>
      </p:sp>
    </p:spTree>
    <p:extLst>
      <p:ext uri="{BB962C8B-B14F-4D97-AF65-F5344CB8AC3E}">
        <p14:creationId xmlns:p14="http://schemas.microsoft.com/office/powerpoint/2010/main" val="276027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1DF48-0175-7591-2F5B-943D0E7526A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DDC534-44A8-5AFA-2DBD-5C0D17C4E2F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1BFEC1A-137D-ACFD-3AFA-603CFF09A62A}"/>
              </a:ext>
            </a:extLst>
          </p:cNvPr>
          <p:cNvSpPr>
            <a:spLocks noGrp="1"/>
          </p:cNvSpPr>
          <p:nvPr>
            <p:ph type="body" idx="1"/>
          </p:nvPr>
        </p:nvSpPr>
        <p:spPr/>
        <p:txBody>
          <a:bodyPr/>
          <a:lstStyle/>
          <a:p>
            <a:pPr rtl="0" fontAlgn="base"/>
            <a:endParaRPr lang="fr-FR" dirty="0"/>
          </a:p>
        </p:txBody>
      </p:sp>
      <p:sp>
        <p:nvSpPr>
          <p:cNvPr id="4" name="Espace réservé du numéro de diapositive 3">
            <a:extLst>
              <a:ext uri="{FF2B5EF4-FFF2-40B4-BE49-F238E27FC236}">
                <a16:creationId xmlns:a16="http://schemas.microsoft.com/office/drawing/2014/main" id="{2C12BF4F-B3AD-4B7E-0088-637EAC2609D0}"/>
              </a:ext>
            </a:extLst>
          </p:cNvPr>
          <p:cNvSpPr>
            <a:spLocks noGrp="1"/>
          </p:cNvSpPr>
          <p:nvPr>
            <p:ph type="sldNum" sz="quarter" idx="5"/>
          </p:nvPr>
        </p:nvSpPr>
        <p:spPr/>
        <p:txBody>
          <a:bodyPr/>
          <a:lstStyle/>
          <a:p>
            <a:fld id="{0910B20E-BFE3-41E1-A49B-15A522566010}" type="slidenum">
              <a:rPr lang="fr-FR" smtClean="0"/>
              <a:t>20</a:t>
            </a:fld>
            <a:endParaRPr lang="fr-FR"/>
          </a:p>
        </p:txBody>
      </p:sp>
    </p:spTree>
    <p:extLst>
      <p:ext uri="{BB962C8B-B14F-4D97-AF65-F5344CB8AC3E}">
        <p14:creationId xmlns:p14="http://schemas.microsoft.com/office/powerpoint/2010/main" val="21464936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3C6B8-6AA0-4227-CCF6-357072DE40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97A0AA-19A2-64EA-B2EF-3F08E55B4A2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223402-285D-EBE3-7AC3-1D67EB27A212}"/>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58AC9379-AFBA-8B7F-114E-ACC5A3F57FB4}"/>
              </a:ext>
            </a:extLst>
          </p:cNvPr>
          <p:cNvSpPr>
            <a:spLocks noGrp="1"/>
          </p:cNvSpPr>
          <p:nvPr>
            <p:ph type="sldNum" sz="quarter" idx="5"/>
          </p:nvPr>
        </p:nvSpPr>
        <p:spPr/>
        <p:txBody>
          <a:bodyPr/>
          <a:lstStyle/>
          <a:p>
            <a:fld id="{0910B20E-BFE3-41E1-A49B-15A522566010}" type="slidenum">
              <a:rPr lang="fr-FR" smtClean="0"/>
              <a:t>21</a:t>
            </a:fld>
            <a:endParaRPr lang="fr-FR"/>
          </a:p>
        </p:txBody>
      </p:sp>
    </p:spTree>
    <p:extLst>
      <p:ext uri="{BB962C8B-B14F-4D97-AF65-F5344CB8AC3E}">
        <p14:creationId xmlns:p14="http://schemas.microsoft.com/office/powerpoint/2010/main" val="5542140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8.svg"/><Relationship Id="rId4" Type="http://schemas.openxmlformats.org/officeDocument/2006/relationships/image" Target="../media/image27.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DBA8AF-530D-488D-A23C-3A43C8D2203E}"/>
              </a:ext>
            </a:extLst>
          </p:cNvPr>
          <p:cNvSpPr/>
          <p:nvPr userDrawn="1"/>
        </p:nvSpPr>
        <p:spPr>
          <a:xfrm>
            <a:off x="0" y="4021521"/>
            <a:ext cx="1946246" cy="1745539"/>
          </a:xfrm>
          <a:prstGeom prst="rect">
            <a:avLst/>
          </a:prstGeom>
          <a:solidFill>
            <a:srgbClr val="E400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CC788AB9-32C9-4F49-8B89-158BE916C56E}"/>
              </a:ext>
            </a:extLst>
          </p:cNvPr>
          <p:cNvSpPr/>
          <p:nvPr userDrawn="1"/>
        </p:nvSpPr>
        <p:spPr>
          <a:xfrm rot="5400000">
            <a:off x="6196355" y="-228585"/>
            <a:ext cx="1745536" cy="10245754"/>
          </a:xfrm>
          <a:prstGeom prst="rect">
            <a:avLst/>
          </a:prstGeom>
          <a:solidFill>
            <a:srgbClr val="5D1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1B7597BB-B67B-41F0-AD5D-E837734F4095}"/>
              </a:ext>
            </a:extLst>
          </p:cNvPr>
          <p:cNvSpPr/>
          <p:nvPr userDrawn="1"/>
        </p:nvSpPr>
        <p:spPr>
          <a:xfrm>
            <a:off x="134046" y="4298520"/>
            <a:ext cx="1464018" cy="553998"/>
          </a:xfrm>
          <a:prstGeom prst="rect">
            <a:avLst/>
          </a:prstGeom>
        </p:spPr>
        <p:txBody>
          <a:bodyPr wrap="square">
            <a:spAutoFit/>
          </a:bodyPr>
          <a:lstStyle/>
          <a:p>
            <a:r>
              <a:rPr lang="fr-FR" b="1" baseline="30000">
                <a:solidFill>
                  <a:schemeClr val="bg1"/>
                </a:solidFill>
                <a:latin typeface="Montserrat" panose="00000500000000000000" pitchFamily="50" charset="0"/>
              </a:rPr>
              <a:t>Des experts</a:t>
            </a:r>
          </a:p>
          <a:p>
            <a:r>
              <a:rPr lang="fr-FR" b="1" baseline="30000">
                <a:solidFill>
                  <a:schemeClr val="bg1"/>
                </a:solidFill>
                <a:latin typeface="Montserrat" panose="00000500000000000000" pitchFamily="50" charset="0"/>
              </a:rPr>
              <a:t>à votre service</a:t>
            </a:r>
            <a:endParaRPr lang="fr-FR">
              <a:solidFill>
                <a:schemeClr val="bg1"/>
              </a:solidFill>
            </a:endParaRPr>
          </a:p>
        </p:txBody>
      </p:sp>
      <p:sp>
        <p:nvSpPr>
          <p:cNvPr id="10" name="Ellipse 9">
            <a:extLst>
              <a:ext uri="{FF2B5EF4-FFF2-40B4-BE49-F238E27FC236}">
                <a16:creationId xmlns:a16="http://schemas.microsoft.com/office/drawing/2014/main" id="{933F49D5-600C-4547-80DE-67C4521E1037}"/>
              </a:ext>
            </a:extLst>
          </p:cNvPr>
          <p:cNvSpPr/>
          <p:nvPr userDrawn="1"/>
        </p:nvSpPr>
        <p:spPr>
          <a:xfrm>
            <a:off x="1420941" y="4627917"/>
            <a:ext cx="49338" cy="49338"/>
          </a:xfrm>
          <a:prstGeom prst="ellipse">
            <a:avLst/>
          </a:prstGeom>
          <a:solidFill>
            <a:srgbClr val="5D1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Image 12" descr="Une image contenant texte, clipart&#10;&#10;Description générée automatiquement">
            <a:extLst>
              <a:ext uri="{FF2B5EF4-FFF2-40B4-BE49-F238E27FC236}">
                <a16:creationId xmlns:a16="http://schemas.microsoft.com/office/drawing/2014/main" id="{2F7BCC67-306B-4E0D-9700-9738CE664C7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4028" y="6151134"/>
            <a:ext cx="1502127" cy="422877"/>
          </a:xfrm>
          <a:prstGeom prst="rect">
            <a:avLst/>
          </a:prstGeom>
        </p:spPr>
      </p:pic>
      <p:pic>
        <p:nvPicPr>
          <p:cNvPr id="14" name="Image 13" descr="Une image contenant texte, personne, intérieur, document&#10;&#10;Description générée automatiquement">
            <a:extLst>
              <a:ext uri="{FF2B5EF4-FFF2-40B4-BE49-F238E27FC236}">
                <a16:creationId xmlns:a16="http://schemas.microsoft.com/office/drawing/2014/main" id="{3DCEE8A7-E384-44CF-96A8-E07E008510F0}"/>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204" b="16156"/>
          <a:stretch/>
        </p:blipFill>
        <p:spPr>
          <a:xfrm>
            <a:off x="1912620" y="0"/>
            <a:ext cx="10287000" cy="4021520"/>
          </a:xfrm>
          <a:prstGeom prst="rect">
            <a:avLst/>
          </a:prstGeom>
        </p:spPr>
      </p:pic>
      <p:sp>
        <p:nvSpPr>
          <p:cNvPr id="15" name="Rectangle 14">
            <a:extLst>
              <a:ext uri="{FF2B5EF4-FFF2-40B4-BE49-F238E27FC236}">
                <a16:creationId xmlns:a16="http://schemas.microsoft.com/office/drawing/2014/main" id="{C30C2B00-7766-461E-81D7-FC68F920A1D2}"/>
              </a:ext>
            </a:extLst>
          </p:cNvPr>
          <p:cNvSpPr/>
          <p:nvPr userDrawn="1"/>
        </p:nvSpPr>
        <p:spPr>
          <a:xfrm>
            <a:off x="0" y="0"/>
            <a:ext cx="1946246" cy="4021520"/>
          </a:xfrm>
          <a:prstGeom prst="rect">
            <a:avLst/>
          </a:prstGeom>
          <a:solidFill>
            <a:srgbClr val="68BB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C0EB648E-6DE8-4169-A27E-6F9F2B2D6454}"/>
              </a:ext>
            </a:extLst>
          </p:cNvPr>
          <p:cNvSpPr/>
          <p:nvPr userDrawn="1"/>
        </p:nvSpPr>
        <p:spPr>
          <a:xfrm rot="16200000">
            <a:off x="-100580" y="767630"/>
            <a:ext cx="987771" cy="338554"/>
          </a:xfrm>
          <a:prstGeom prst="rect">
            <a:avLst/>
          </a:prstGeom>
        </p:spPr>
        <p:txBody>
          <a:bodyPr wrap="none">
            <a:spAutoFit/>
          </a:bodyPr>
          <a:lstStyle/>
          <a:p>
            <a:pPr algn="r"/>
            <a:r>
              <a:rPr lang="fr-FR" sz="2400" b="1" baseline="30000">
                <a:solidFill>
                  <a:schemeClr val="bg1"/>
                </a:solidFill>
                <a:latin typeface="Montserrat" panose="00000500000000000000" pitchFamily="50" charset="0"/>
              </a:rPr>
              <a:t>SOCIAL</a:t>
            </a:r>
          </a:p>
        </p:txBody>
      </p:sp>
      <p:pic>
        <p:nvPicPr>
          <p:cNvPr id="17" name="Image 16">
            <a:extLst>
              <a:ext uri="{FF2B5EF4-FFF2-40B4-BE49-F238E27FC236}">
                <a16:creationId xmlns:a16="http://schemas.microsoft.com/office/drawing/2014/main" id="{DA016E93-A714-4CAC-A773-BD85B427F69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07" y="-96"/>
            <a:ext cx="555476" cy="552927"/>
          </a:xfrm>
          <a:prstGeom prst="rect">
            <a:avLst/>
          </a:prstGeom>
        </p:spPr>
      </p:pic>
      <p:pic>
        <p:nvPicPr>
          <p:cNvPr id="19" name="Image 18">
            <a:extLst>
              <a:ext uri="{FF2B5EF4-FFF2-40B4-BE49-F238E27FC236}">
                <a16:creationId xmlns:a16="http://schemas.microsoft.com/office/drawing/2014/main" id="{CC86D119-49B5-4505-8E72-003AE5B6E2C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186325" y="6151133"/>
            <a:ext cx="781647" cy="422878"/>
          </a:xfrm>
          <a:prstGeom prst="rect">
            <a:avLst/>
          </a:prstGeom>
        </p:spPr>
      </p:pic>
      <p:sp>
        <p:nvSpPr>
          <p:cNvPr id="2" name="Titre 1">
            <a:extLst>
              <a:ext uri="{FF2B5EF4-FFF2-40B4-BE49-F238E27FC236}">
                <a16:creationId xmlns:a16="http://schemas.microsoft.com/office/drawing/2014/main" id="{DF5128DC-0410-493F-8298-A35FAFFD2CA8}"/>
              </a:ext>
            </a:extLst>
          </p:cNvPr>
          <p:cNvSpPr>
            <a:spLocks noGrp="1"/>
          </p:cNvSpPr>
          <p:nvPr>
            <p:ph type="ctrTitle" hasCustomPrompt="1"/>
          </p:nvPr>
        </p:nvSpPr>
        <p:spPr>
          <a:xfrm>
            <a:off x="2823972" y="4343400"/>
            <a:ext cx="9144000" cy="740306"/>
          </a:xfrm>
        </p:spPr>
        <p:txBody>
          <a:bodyPr anchor="b">
            <a:normAutofit/>
          </a:bodyPr>
          <a:lstStyle>
            <a:lvl1pPr algn="r">
              <a:defRPr sz="2400" b="1" cap="all" baseline="0">
                <a:solidFill>
                  <a:schemeClr val="bg1"/>
                </a:solidFill>
                <a:latin typeface="Montserrat" panose="00000500000000000000" pitchFamily="2" charset="0"/>
              </a:defRPr>
            </a:lvl1pPr>
          </a:lstStyle>
          <a:p>
            <a:r>
              <a:rPr lang="fr-FR"/>
              <a:t>TITRE SUR DEUX LIGNES</a:t>
            </a:r>
            <a:br>
              <a:rPr lang="fr-FR"/>
            </a:br>
            <a:r>
              <a:rPr lang="fr-FR"/>
              <a:t>DU PPT</a:t>
            </a:r>
          </a:p>
        </p:txBody>
      </p:sp>
      <p:sp>
        <p:nvSpPr>
          <p:cNvPr id="3" name="Sous-titre 2">
            <a:extLst>
              <a:ext uri="{FF2B5EF4-FFF2-40B4-BE49-F238E27FC236}">
                <a16:creationId xmlns:a16="http://schemas.microsoft.com/office/drawing/2014/main" id="{26831194-32F6-4C8B-8EE5-EE0163124993}"/>
              </a:ext>
            </a:extLst>
          </p:cNvPr>
          <p:cNvSpPr>
            <a:spLocks noGrp="1"/>
          </p:cNvSpPr>
          <p:nvPr>
            <p:ph type="subTitle" idx="1" hasCustomPrompt="1"/>
          </p:nvPr>
        </p:nvSpPr>
        <p:spPr>
          <a:xfrm>
            <a:off x="2823972" y="5175781"/>
            <a:ext cx="9144000" cy="291997"/>
          </a:xfrm>
        </p:spPr>
        <p:txBody>
          <a:bodyPr>
            <a:normAutofit/>
          </a:bodyPr>
          <a:lstStyle>
            <a:lvl1pPr marL="0" indent="0" algn="r">
              <a:buNone/>
              <a:defRPr sz="1800">
                <a:solidFill>
                  <a:schemeClr val="bg1"/>
                </a:solidFill>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Sous-titre.</a:t>
            </a:r>
          </a:p>
        </p:txBody>
      </p:sp>
    </p:spTree>
    <p:extLst>
      <p:ext uri="{BB962C8B-B14F-4D97-AF65-F5344CB8AC3E}">
        <p14:creationId xmlns:p14="http://schemas.microsoft.com/office/powerpoint/2010/main" val="2881980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e sommai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1A3D69-5B78-4D6F-84FC-4A482AD55271}"/>
              </a:ext>
            </a:extLst>
          </p:cNvPr>
          <p:cNvSpPr/>
          <p:nvPr userDrawn="1"/>
        </p:nvSpPr>
        <p:spPr>
          <a:xfrm>
            <a:off x="1" y="1641"/>
            <a:ext cx="3888188" cy="4305954"/>
          </a:xfrm>
          <a:prstGeom prst="rect">
            <a:avLst/>
          </a:prstGeom>
          <a:solidFill>
            <a:srgbClr val="68BB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D6F1E8C5-E0C8-484C-87BA-94533A80DE4B}"/>
              </a:ext>
            </a:extLst>
          </p:cNvPr>
          <p:cNvSpPr txBox="1"/>
          <p:nvPr userDrawn="1"/>
        </p:nvSpPr>
        <p:spPr>
          <a:xfrm>
            <a:off x="452362" y="98164"/>
            <a:ext cx="3308607" cy="1446550"/>
          </a:xfrm>
          <a:prstGeom prst="rect">
            <a:avLst/>
          </a:prstGeom>
          <a:noFill/>
        </p:spPr>
        <p:txBody>
          <a:bodyPr wrap="square" rtlCol="0">
            <a:spAutoFit/>
          </a:bodyPr>
          <a:lstStyle/>
          <a:p>
            <a:r>
              <a:rPr lang="fr-FR" sz="8800" b="1">
                <a:solidFill>
                  <a:schemeClr val="bg1"/>
                </a:solidFill>
                <a:latin typeface="Montserrat" panose="00000500000000000000" pitchFamily="50" charset="0"/>
              </a:rPr>
              <a:t>som-</a:t>
            </a:r>
          </a:p>
        </p:txBody>
      </p:sp>
      <p:sp>
        <p:nvSpPr>
          <p:cNvPr id="9" name="Rectangle 8">
            <a:extLst>
              <a:ext uri="{FF2B5EF4-FFF2-40B4-BE49-F238E27FC236}">
                <a16:creationId xmlns:a16="http://schemas.microsoft.com/office/drawing/2014/main" id="{B5FF9A02-CD38-44EE-9856-DD6C3A42E450}"/>
              </a:ext>
            </a:extLst>
          </p:cNvPr>
          <p:cNvSpPr/>
          <p:nvPr userDrawn="1"/>
        </p:nvSpPr>
        <p:spPr>
          <a:xfrm>
            <a:off x="452363" y="1416581"/>
            <a:ext cx="3006457" cy="1446550"/>
          </a:xfrm>
          <a:prstGeom prst="rect">
            <a:avLst/>
          </a:prstGeom>
        </p:spPr>
        <p:txBody>
          <a:bodyPr wrap="square">
            <a:spAutoFit/>
          </a:bodyPr>
          <a:lstStyle/>
          <a:p>
            <a:r>
              <a:rPr lang="fr-FR" sz="8800" b="1">
                <a:solidFill>
                  <a:schemeClr val="bg1"/>
                </a:solidFill>
                <a:latin typeface="Montserrat" panose="00000500000000000000" pitchFamily="50" charset="0"/>
              </a:rPr>
              <a:t>mai-</a:t>
            </a:r>
            <a:endParaRPr lang="fr-FR" sz="8800"/>
          </a:p>
        </p:txBody>
      </p:sp>
      <p:sp>
        <p:nvSpPr>
          <p:cNvPr id="10" name="Rectangle 9">
            <a:extLst>
              <a:ext uri="{FF2B5EF4-FFF2-40B4-BE49-F238E27FC236}">
                <a16:creationId xmlns:a16="http://schemas.microsoft.com/office/drawing/2014/main" id="{6BE5AB3C-BC40-422E-AD17-7E829DAD6180}"/>
              </a:ext>
            </a:extLst>
          </p:cNvPr>
          <p:cNvSpPr/>
          <p:nvPr userDrawn="1"/>
        </p:nvSpPr>
        <p:spPr>
          <a:xfrm>
            <a:off x="452363" y="2731538"/>
            <a:ext cx="1382110" cy="1446550"/>
          </a:xfrm>
          <a:prstGeom prst="rect">
            <a:avLst/>
          </a:prstGeom>
        </p:spPr>
        <p:txBody>
          <a:bodyPr wrap="none">
            <a:spAutoFit/>
          </a:bodyPr>
          <a:lstStyle/>
          <a:p>
            <a:r>
              <a:rPr lang="fr-FR" sz="8800" b="1">
                <a:solidFill>
                  <a:schemeClr val="bg1"/>
                </a:solidFill>
                <a:latin typeface="Montserrat" panose="00000500000000000000" pitchFamily="50" charset="0"/>
              </a:rPr>
              <a:t>re</a:t>
            </a:r>
            <a:endParaRPr lang="fr-FR" sz="8800"/>
          </a:p>
        </p:txBody>
      </p:sp>
      <p:pic>
        <p:nvPicPr>
          <p:cNvPr id="12" name="Image 11">
            <a:extLst>
              <a:ext uri="{FF2B5EF4-FFF2-40B4-BE49-F238E27FC236}">
                <a16:creationId xmlns:a16="http://schemas.microsoft.com/office/drawing/2014/main" id="{5425ADDA-3699-4E85-8BD2-6F74F053310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7994" b="19158"/>
          <a:stretch/>
        </p:blipFill>
        <p:spPr>
          <a:xfrm>
            <a:off x="0" y="4307595"/>
            <a:ext cx="3888188" cy="2550405"/>
          </a:xfrm>
          <a:prstGeom prst="rect">
            <a:avLst/>
          </a:prstGeom>
        </p:spPr>
      </p:pic>
      <p:sp>
        <p:nvSpPr>
          <p:cNvPr id="3" name="Espace réservé du contenu 2">
            <a:extLst>
              <a:ext uri="{FF2B5EF4-FFF2-40B4-BE49-F238E27FC236}">
                <a16:creationId xmlns:a16="http://schemas.microsoft.com/office/drawing/2014/main" id="{B6C84C07-CAA5-4FD2-A829-0A1B0B736964}"/>
              </a:ext>
            </a:extLst>
          </p:cNvPr>
          <p:cNvSpPr>
            <a:spLocks noGrp="1"/>
          </p:cNvSpPr>
          <p:nvPr>
            <p:ph idx="1" hasCustomPrompt="1"/>
          </p:nvPr>
        </p:nvSpPr>
        <p:spPr>
          <a:xfrm>
            <a:off x="5397912" y="1231459"/>
            <a:ext cx="5427406" cy="4351338"/>
          </a:xfrm>
        </p:spPr>
        <p:txBody>
          <a:bodyPr>
            <a:normAutofit/>
          </a:bodyPr>
          <a:lstStyle>
            <a:lvl1pPr marL="514350" indent="-514350">
              <a:buAutoNum type="arabicPeriod"/>
              <a:defRPr sz="1600" b="1" cap="all" baseline="0">
                <a:solidFill>
                  <a:srgbClr val="68BBB4"/>
                </a:solidFill>
                <a:latin typeface="Montserrat" panose="00000500000000000000" pitchFamily="2" charset="0"/>
              </a:defRPr>
            </a:lvl1pPr>
          </a:lstStyle>
          <a:p>
            <a:pPr lvl="0"/>
            <a:r>
              <a:rPr lang="fr-FR"/>
              <a:t>TITRE 1</a:t>
            </a:r>
          </a:p>
          <a:p>
            <a:pPr lvl="0"/>
            <a:r>
              <a:rPr lang="fr-FR"/>
              <a:t>TITRE 2</a:t>
            </a:r>
          </a:p>
          <a:p>
            <a:pPr lvl="0"/>
            <a:r>
              <a:rPr lang="fr-FR"/>
              <a:t>TITRE 3</a:t>
            </a:r>
          </a:p>
        </p:txBody>
      </p:sp>
      <p:pic>
        <p:nvPicPr>
          <p:cNvPr id="13" name="Image 12">
            <a:extLst>
              <a:ext uri="{FF2B5EF4-FFF2-40B4-BE49-F238E27FC236}">
                <a16:creationId xmlns:a16="http://schemas.microsoft.com/office/drawing/2014/main" id="{7E3C0ABB-9CDF-4063-8249-C339471F6C7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866366" y="6320028"/>
            <a:ext cx="1106718" cy="368283"/>
          </a:xfrm>
          <a:prstGeom prst="rect">
            <a:avLst/>
          </a:prstGeom>
        </p:spPr>
      </p:pic>
      <p:sp>
        <p:nvSpPr>
          <p:cNvPr id="11" name="Ellipse 10">
            <a:extLst>
              <a:ext uri="{FF2B5EF4-FFF2-40B4-BE49-F238E27FC236}">
                <a16:creationId xmlns:a16="http://schemas.microsoft.com/office/drawing/2014/main" id="{47DAC7C0-880E-4BBB-8F08-08A39EC67EEE}"/>
              </a:ext>
            </a:extLst>
          </p:cNvPr>
          <p:cNvSpPr/>
          <p:nvPr userDrawn="1"/>
        </p:nvSpPr>
        <p:spPr>
          <a:xfrm>
            <a:off x="1834473" y="3473868"/>
            <a:ext cx="375557" cy="375557"/>
          </a:xfrm>
          <a:prstGeom prst="ellipse">
            <a:avLst/>
          </a:prstGeom>
          <a:solidFill>
            <a:srgbClr val="E400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161735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de sec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C11DC9A-9201-4584-9047-6862FF34E0E6}"/>
              </a:ext>
            </a:extLst>
          </p:cNvPr>
          <p:cNvSpPr/>
          <p:nvPr userDrawn="1"/>
        </p:nvSpPr>
        <p:spPr>
          <a:xfrm>
            <a:off x="3147147" y="326325"/>
            <a:ext cx="362139" cy="99588"/>
          </a:xfrm>
          <a:prstGeom prst="rect">
            <a:avLst/>
          </a:prstGeom>
          <a:solidFill>
            <a:srgbClr val="68BB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9">
            <a:extLst>
              <a:ext uri="{FF2B5EF4-FFF2-40B4-BE49-F238E27FC236}">
                <a16:creationId xmlns:a16="http://schemas.microsoft.com/office/drawing/2014/main" id="{C9092B40-82B3-48C1-AE75-5B55438DC18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8753" r="55579"/>
          <a:stretch/>
        </p:blipFill>
        <p:spPr>
          <a:xfrm>
            <a:off x="0" y="-1"/>
            <a:ext cx="2679010" cy="6858001"/>
          </a:xfrm>
          <a:prstGeom prst="rect">
            <a:avLst/>
          </a:prstGeom>
        </p:spPr>
      </p:pic>
      <p:sp>
        <p:nvSpPr>
          <p:cNvPr id="2" name="Titre 1">
            <a:extLst>
              <a:ext uri="{FF2B5EF4-FFF2-40B4-BE49-F238E27FC236}">
                <a16:creationId xmlns:a16="http://schemas.microsoft.com/office/drawing/2014/main" id="{C91ACFE2-DCAB-4ED0-8FB9-BCC1EE79CC18}"/>
              </a:ext>
            </a:extLst>
          </p:cNvPr>
          <p:cNvSpPr>
            <a:spLocks noGrp="1"/>
          </p:cNvSpPr>
          <p:nvPr>
            <p:ph type="title" hasCustomPrompt="1"/>
          </p:nvPr>
        </p:nvSpPr>
        <p:spPr>
          <a:xfrm>
            <a:off x="3067866" y="553150"/>
            <a:ext cx="8701347" cy="368283"/>
          </a:xfrm>
        </p:spPr>
        <p:txBody>
          <a:bodyPr anchor="b">
            <a:normAutofit/>
          </a:bodyPr>
          <a:lstStyle>
            <a:lvl1pPr>
              <a:defRPr sz="1800" b="1" cap="all" baseline="0">
                <a:solidFill>
                  <a:srgbClr val="68BBB4"/>
                </a:solidFill>
                <a:latin typeface="Montserrat" panose="00000500000000000000" pitchFamily="2" charset="0"/>
              </a:defRPr>
            </a:lvl1pPr>
          </a:lstStyle>
          <a:p>
            <a:r>
              <a:rPr lang="fr-FR"/>
              <a:t>Titre DE LA SLIDE</a:t>
            </a:r>
          </a:p>
        </p:txBody>
      </p:sp>
      <p:sp>
        <p:nvSpPr>
          <p:cNvPr id="3" name="Espace réservé du texte 2">
            <a:extLst>
              <a:ext uri="{FF2B5EF4-FFF2-40B4-BE49-F238E27FC236}">
                <a16:creationId xmlns:a16="http://schemas.microsoft.com/office/drawing/2014/main" id="{AF0F525D-CD4D-4AD5-87C3-A27048DA48F3}"/>
              </a:ext>
            </a:extLst>
          </p:cNvPr>
          <p:cNvSpPr>
            <a:spLocks noGrp="1"/>
          </p:cNvSpPr>
          <p:nvPr>
            <p:ph type="body" idx="1" hasCustomPrompt="1"/>
          </p:nvPr>
        </p:nvSpPr>
        <p:spPr>
          <a:xfrm>
            <a:off x="3067866" y="1725562"/>
            <a:ext cx="8701347" cy="4478594"/>
          </a:xfrm>
        </p:spPr>
        <p:txBody>
          <a:bodyPr>
            <a:normAutofit/>
          </a:bodyPr>
          <a:lstStyle>
            <a:lvl1pPr marL="0" indent="0">
              <a:buNone/>
              <a:defRPr sz="1600">
                <a:solidFill>
                  <a:schemeClr val="tx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Contenu de la slide</a:t>
            </a:r>
          </a:p>
        </p:txBody>
      </p:sp>
      <p:sp>
        <p:nvSpPr>
          <p:cNvPr id="14" name="Espace réservé du texte 2">
            <a:extLst>
              <a:ext uri="{FF2B5EF4-FFF2-40B4-BE49-F238E27FC236}">
                <a16:creationId xmlns:a16="http://schemas.microsoft.com/office/drawing/2014/main" id="{91C43884-4B5A-4F4B-8EE7-E4763C088A37}"/>
              </a:ext>
            </a:extLst>
          </p:cNvPr>
          <p:cNvSpPr>
            <a:spLocks noGrp="1"/>
          </p:cNvSpPr>
          <p:nvPr>
            <p:ph type="body" idx="10" hasCustomPrompt="1"/>
          </p:nvPr>
        </p:nvSpPr>
        <p:spPr>
          <a:xfrm>
            <a:off x="3067866" y="921433"/>
            <a:ext cx="8701346" cy="435419"/>
          </a:xfrm>
        </p:spPr>
        <p:txBody>
          <a:bodyPr anchor="b">
            <a:normAutofit/>
          </a:bodyPr>
          <a:lstStyle>
            <a:lvl1pPr marL="0" indent="0">
              <a:buNone/>
              <a:defRPr sz="1600" b="1">
                <a:solidFill>
                  <a:srgbClr val="E4003A"/>
                </a:solidFill>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Sous-titre de la slide</a:t>
            </a:r>
          </a:p>
        </p:txBody>
      </p:sp>
      <p:pic>
        <p:nvPicPr>
          <p:cNvPr id="9" name="Image 8">
            <a:extLst>
              <a:ext uri="{FF2B5EF4-FFF2-40B4-BE49-F238E27FC236}">
                <a16:creationId xmlns:a16="http://schemas.microsoft.com/office/drawing/2014/main" id="{165D51D4-A6C0-4118-8B89-AB4A2C92D7B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866366" y="6320028"/>
            <a:ext cx="1106718" cy="368283"/>
          </a:xfrm>
          <a:prstGeom prst="rect">
            <a:avLst/>
          </a:prstGeom>
        </p:spPr>
      </p:pic>
    </p:spTree>
    <p:extLst>
      <p:ext uri="{BB962C8B-B14F-4D97-AF65-F5344CB8AC3E}">
        <p14:creationId xmlns:p14="http://schemas.microsoft.com/office/powerpoint/2010/main" val="2530018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de sec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37D8DE7-2193-4019-BB5F-A56363D6304A}"/>
              </a:ext>
            </a:extLst>
          </p:cNvPr>
          <p:cNvSpPr/>
          <p:nvPr userDrawn="1"/>
        </p:nvSpPr>
        <p:spPr>
          <a:xfrm>
            <a:off x="499197" y="326325"/>
            <a:ext cx="362139" cy="99588"/>
          </a:xfrm>
          <a:prstGeom prst="rect">
            <a:avLst/>
          </a:prstGeom>
          <a:solidFill>
            <a:srgbClr val="68BB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itre 1">
            <a:extLst>
              <a:ext uri="{FF2B5EF4-FFF2-40B4-BE49-F238E27FC236}">
                <a16:creationId xmlns:a16="http://schemas.microsoft.com/office/drawing/2014/main" id="{0268465F-7F66-415D-87C8-D7740D7BDAB2}"/>
              </a:ext>
            </a:extLst>
          </p:cNvPr>
          <p:cNvSpPr>
            <a:spLocks noGrp="1"/>
          </p:cNvSpPr>
          <p:nvPr>
            <p:ph type="title" hasCustomPrompt="1"/>
          </p:nvPr>
        </p:nvSpPr>
        <p:spPr>
          <a:xfrm>
            <a:off x="419916" y="553150"/>
            <a:ext cx="8701347" cy="368283"/>
          </a:xfrm>
        </p:spPr>
        <p:txBody>
          <a:bodyPr anchor="b">
            <a:normAutofit/>
          </a:bodyPr>
          <a:lstStyle>
            <a:lvl1pPr>
              <a:defRPr sz="1800" b="1" cap="all" baseline="0">
                <a:solidFill>
                  <a:srgbClr val="68BBB4"/>
                </a:solidFill>
                <a:latin typeface="Montserrat" panose="00000500000000000000" pitchFamily="2" charset="0"/>
              </a:defRPr>
            </a:lvl1pPr>
          </a:lstStyle>
          <a:p>
            <a:r>
              <a:rPr lang="fr-FR"/>
              <a:t>Titre DE LA SLIDE</a:t>
            </a:r>
          </a:p>
        </p:txBody>
      </p:sp>
      <p:sp>
        <p:nvSpPr>
          <p:cNvPr id="12" name="Espace réservé du texte 2">
            <a:extLst>
              <a:ext uri="{FF2B5EF4-FFF2-40B4-BE49-F238E27FC236}">
                <a16:creationId xmlns:a16="http://schemas.microsoft.com/office/drawing/2014/main" id="{AA11C895-8D31-42B0-8DDC-083A8D8EA3B9}"/>
              </a:ext>
            </a:extLst>
          </p:cNvPr>
          <p:cNvSpPr>
            <a:spLocks noGrp="1"/>
          </p:cNvSpPr>
          <p:nvPr>
            <p:ph type="body" idx="10" hasCustomPrompt="1"/>
          </p:nvPr>
        </p:nvSpPr>
        <p:spPr>
          <a:xfrm>
            <a:off x="419916" y="921433"/>
            <a:ext cx="8701346" cy="435419"/>
          </a:xfrm>
        </p:spPr>
        <p:txBody>
          <a:bodyPr anchor="b">
            <a:normAutofit/>
          </a:bodyPr>
          <a:lstStyle>
            <a:lvl1pPr marL="0" indent="0">
              <a:buNone/>
              <a:defRPr sz="1600" b="1">
                <a:solidFill>
                  <a:srgbClr val="E4003A"/>
                </a:solidFill>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Sous-titre de la slide</a:t>
            </a:r>
          </a:p>
        </p:txBody>
      </p:sp>
      <p:sp>
        <p:nvSpPr>
          <p:cNvPr id="18" name="Espace réservé du texte 2">
            <a:extLst>
              <a:ext uri="{FF2B5EF4-FFF2-40B4-BE49-F238E27FC236}">
                <a16:creationId xmlns:a16="http://schemas.microsoft.com/office/drawing/2014/main" id="{5EFF2B42-3638-4F1B-87A6-1F8C63F94B2D}"/>
              </a:ext>
            </a:extLst>
          </p:cNvPr>
          <p:cNvSpPr>
            <a:spLocks noGrp="1"/>
          </p:cNvSpPr>
          <p:nvPr>
            <p:ph type="body" idx="1" hasCustomPrompt="1"/>
          </p:nvPr>
        </p:nvSpPr>
        <p:spPr>
          <a:xfrm>
            <a:off x="419917" y="1725562"/>
            <a:ext cx="8701346" cy="4478594"/>
          </a:xfrm>
        </p:spPr>
        <p:txBody>
          <a:bodyPr>
            <a:normAutofit/>
          </a:bodyPr>
          <a:lstStyle>
            <a:lvl1pPr marL="0" indent="0">
              <a:buNone/>
              <a:defRPr sz="1600">
                <a:solidFill>
                  <a:schemeClr val="tx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Contenu de la slide</a:t>
            </a:r>
          </a:p>
        </p:txBody>
      </p:sp>
      <p:pic>
        <p:nvPicPr>
          <p:cNvPr id="8" name="Image 7">
            <a:extLst>
              <a:ext uri="{FF2B5EF4-FFF2-40B4-BE49-F238E27FC236}">
                <a16:creationId xmlns:a16="http://schemas.microsoft.com/office/drawing/2014/main" id="{6899CF44-F0D0-46B5-94FF-8C8C809019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0284" r="43738"/>
          <a:stretch/>
        </p:blipFill>
        <p:spPr>
          <a:xfrm>
            <a:off x="9512990" y="0"/>
            <a:ext cx="2679010" cy="6858000"/>
          </a:xfrm>
          <a:prstGeom prst="rect">
            <a:avLst/>
          </a:prstGeom>
        </p:spPr>
      </p:pic>
      <p:pic>
        <p:nvPicPr>
          <p:cNvPr id="11" name="Image 10">
            <a:extLst>
              <a:ext uri="{FF2B5EF4-FFF2-40B4-BE49-F238E27FC236}">
                <a16:creationId xmlns:a16="http://schemas.microsoft.com/office/drawing/2014/main" id="{E8A4F9DC-5CB5-4CE2-B5C5-B12E6306177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07891" y="6320028"/>
            <a:ext cx="1106718" cy="368283"/>
          </a:xfrm>
          <a:prstGeom prst="rect">
            <a:avLst/>
          </a:prstGeom>
        </p:spPr>
      </p:pic>
    </p:spTree>
    <p:extLst>
      <p:ext uri="{BB962C8B-B14F-4D97-AF65-F5344CB8AC3E}">
        <p14:creationId xmlns:p14="http://schemas.microsoft.com/office/powerpoint/2010/main" val="4121264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re de sec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2D456F-8B0F-40C1-86A8-A3D05934A13D}"/>
              </a:ext>
            </a:extLst>
          </p:cNvPr>
          <p:cNvSpPr/>
          <p:nvPr userDrawn="1"/>
        </p:nvSpPr>
        <p:spPr>
          <a:xfrm>
            <a:off x="0" y="0"/>
            <a:ext cx="133003" cy="6858000"/>
          </a:xfrm>
          <a:prstGeom prst="rect">
            <a:avLst/>
          </a:prstGeom>
          <a:solidFill>
            <a:srgbClr val="E400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36175F78-B61C-48AF-B5A1-5F346F8E5285}"/>
              </a:ext>
            </a:extLst>
          </p:cNvPr>
          <p:cNvSpPr/>
          <p:nvPr userDrawn="1"/>
        </p:nvSpPr>
        <p:spPr>
          <a:xfrm>
            <a:off x="499197" y="326325"/>
            <a:ext cx="362139" cy="99588"/>
          </a:xfrm>
          <a:prstGeom prst="rect">
            <a:avLst/>
          </a:prstGeom>
          <a:solidFill>
            <a:srgbClr val="68BB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1">
            <a:extLst>
              <a:ext uri="{FF2B5EF4-FFF2-40B4-BE49-F238E27FC236}">
                <a16:creationId xmlns:a16="http://schemas.microsoft.com/office/drawing/2014/main" id="{6EC7C9E6-D8C9-40B9-A1BB-0CD18C7FF9CB}"/>
              </a:ext>
            </a:extLst>
          </p:cNvPr>
          <p:cNvSpPr>
            <a:spLocks noGrp="1"/>
          </p:cNvSpPr>
          <p:nvPr>
            <p:ph type="title" hasCustomPrompt="1"/>
          </p:nvPr>
        </p:nvSpPr>
        <p:spPr>
          <a:xfrm>
            <a:off x="419916" y="553150"/>
            <a:ext cx="8701347" cy="368283"/>
          </a:xfrm>
        </p:spPr>
        <p:txBody>
          <a:bodyPr anchor="b">
            <a:normAutofit/>
          </a:bodyPr>
          <a:lstStyle>
            <a:lvl1pPr>
              <a:defRPr sz="1800" b="1" cap="all" baseline="0">
                <a:solidFill>
                  <a:srgbClr val="68BBB4"/>
                </a:solidFill>
                <a:latin typeface="Montserrat" panose="00000500000000000000" pitchFamily="2" charset="0"/>
              </a:defRPr>
            </a:lvl1pPr>
          </a:lstStyle>
          <a:p>
            <a:r>
              <a:rPr lang="fr-FR"/>
              <a:t>Titre DE LA SLIDE</a:t>
            </a:r>
          </a:p>
        </p:txBody>
      </p:sp>
      <p:sp>
        <p:nvSpPr>
          <p:cNvPr id="12" name="Espace réservé du texte 2">
            <a:extLst>
              <a:ext uri="{FF2B5EF4-FFF2-40B4-BE49-F238E27FC236}">
                <a16:creationId xmlns:a16="http://schemas.microsoft.com/office/drawing/2014/main" id="{F3AF0AAE-E317-4FE9-8D1B-160425422CD6}"/>
              </a:ext>
            </a:extLst>
          </p:cNvPr>
          <p:cNvSpPr>
            <a:spLocks noGrp="1"/>
          </p:cNvSpPr>
          <p:nvPr>
            <p:ph type="body" idx="10" hasCustomPrompt="1"/>
          </p:nvPr>
        </p:nvSpPr>
        <p:spPr>
          <a:xfrm>
            <a:off x="419916" y="921433"/>
            <a:ext cx="8701346" cy="435419"/>
          </a:xfrm>
        </p:spPr>
        <p:txBody>
          <a:bodyPr anchor="b">
            <a:normAutofit/>
          </a:bodyPr>
          <a:lstStyle>
            <a:lvl1pPr marL="0" indent="0">
              <a:buNone/>
              <a:defRPr sz="1600" b="1">
                <a:solidFill>
                  <a:srgbClr val="E4003A"/>
                </a:solidFill>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Sous-titre de la slide</a:t>
            </a:r>
          </a:p>
        </p:txBody>
      </p:sp>
      <p:sp>
        <p:nvSpPr>
          <p:cNvPr id="13" name="Espace réservé du texte 2">
            <a:extLst>
              <a:ext uri="{FF2B5EF4-FFF2-40B4-BE49-F238E27FC236}">
                <a16:creationId xmlns:a16="http://schemas.microsoft.com/office/drawing/2014/main" id="{ECE4B1A3-A698-48DA-8022-D4041F0E44F2}"/>
              </a:ext>
            </a:extLst>
          </p:cNvPr>
          <p:cNvSpPr>
            <a:spLocks noGrp="1"/>
          </p:cNvSpPr>
          <p:nvPr>
            <p:ph type="body" idx="1" hasCustomPrompt="1"/>
          </p:nvPr>
        </p:nvSpPr>
        <p:spPr>
          <a:xfrm>
            <a:off x="419916" y="1725562"/>
            <a:ext cx="11349297" cy="4478594"/>
          </a:xfrm>
        </p:spPr>
        <p:txBody>
          <a:bodyPr>
            <a:normAutofit/>
          </a:bodyPr>
          <a:lstStyle>
            <a:lvl1pPr marL="0" indent="0">
              <a:buNone/>
              <a:defRPr sz="1600">
                <a:solidFill>
                  <a:schemeClr val="tx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Contenu de la slide</a:t>
            </a:r>
          </a:p>
        </p:txBody>
      </p:sp>
      <p:pic>
        <p:nvPicPr>
          <p:cNvPr id="8" name="Image 7">
            <a:extLst>
              <a:ext uri="{FF2B5EF4-FFF2-40B4-BE49-F238E27FC236}">
                <a16:creationId xmlns:a16="http://schemas.microsoft.com/office/drawing/2014/main" id="{BCED6460-64CF-43A3-970D-4CF86330D8D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866366" y="6320028"/>
            <a:ext cx="1106718" cy="368283"/>
          </a:xfrm>
          <a:prstGeom prst="rect">
            <a:avLst/>
          </a:prstGeom>
        </p:spPr>
      </p:pic>
    </p:spTree>
    <p:extLst>
      <p:ext uri="{BB962C8B-B14F-4D97-AF65-F5344CB8AC3E}">
        <p14:creationId xmlns:p14="http://schemas.microsoft.com/office/powerpoint/2010/main" val="2694752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re de sec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22D456F-8B0F-40C1-86A8-A3D05934A13D}"/>
              </a:ext>
            </a:extLst>
          </p:cNvPr>
          <p:cNvSpPr/>
          <p:nvPr userDrawn="1"/>
        </p:nvSpPr>
        <p:spPr>
          <a:xfrm>
            <a:off x="0" y="0"/>
            <a:ext cx="133003" cy="6858000"/>
          </a:xfrm>
          <a:prstGeom prst="rect">
            <a:avLst/>
          </a:prstGeom>
          <a:solidFill>
            <a:srgbClr val="E400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36175F78-B61C-48AF-B5A1-5F346F8E5285}"/>
              </a:ext>
            </a:extLst>
          </p:cNvPr>
          <p:cNvSpPr/>
          <p:nvPr userDrawn="1"/>
        </p:nvSpPr>
        <p:spPr>
          <a:xfrm>
            <a:off x="499197" y="326325"/>
            <a:ext cx="362139" cy="99588"/>
          </a:xfrm>
          <a:prstGeom prst="rect">
            <a:avLst/>
          </a:prstGeom>
          <a:solidFill>
            <a:srgbClr val="68BB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1">
            <a:extLst>
              <a:ext uri="{FF2B5EF4-FFF2-40B4-BE49-F238E27FC236}">
                <a16:creationId xmlns:a16="http://schemas.microsoft.com/office/drawing/2014/main" id="{6EC7C9E6-D8C9-40B9-A1BB-0CD18C7FF9CB}"/>
              </a:ext>
            </a:extLst>
          </p:cNvPr>
          <p:cNvSpPr>
            <a:spLocks noGrp="1"/>
          </p:cNvSpPr>
          <p:nvPr>
            <p:ph type="title" hasCustomPrompt="1"/>
          </p:nvPr>
        </p:nvSpPr>
        <p:spPr>
          <a:xfrm>
            <a:off x="419916" y="553150"/>
            <a:ext cx="8701347" cy="368283"/>
          </a:xfrm>
        </p:spPr>
        <p:txBody>
          <a:bodyPr anchor="b">
            <a:normAutofit/>
          </a:bodyPr>
          <a:lstStyle>
            <a:lvl1pPr>
              <a:defRPr sz="1800" b="1" cap="all" baseline="0">
                <a:solidFill>
                  <a:srgbClr val="68BBB4"/>
                </a:solidFill>
                <a:latin typeface="Montserrat" panose="00000500000000000000" pitchFamily="2" charset="0"/>
              </a:defRPr>
            </a:lvl1pPr>
          </a:lstStyle>
          <a:p>
            <a:r>
              <a:rPr lang="fr-FR"/>
              <a:t>Titre DE LA SLIDE</a:t>
            </a:r>
          </a:p>
        </p:txBody>
      </p:sp>
      <p:sp>
        <p:nvSpPr>
          <p:cNvPr id="12" name="Espace réservé du texte 2">
            <a:extLst>
              <a:ext uri="{FF2B5EF4-FFF2-40B4-BE49-F238E27FC236}">
                <a16:creationId xmlns:a16="http://schemas.microsoft.com/office/drawing/2014/main" id="{F3AF0AAE-E317-4FE9-8D1B-160425422CD6}"/>
              </a:ext>
            </a:extLst>
          </p:cNvPr>
          <p:cNvSpPr>
            <a:spLocks noGrp="1"/>
          </p:cNvSpPr>
          <p:nvPr>
            <p:ph type="body" idx="10" hasCustomPrompt="1"/>
          </p:nvPr>
        </p:nvSpPr>
        <p:spPr>
          <a:xfrm>
            <a:off x="419916" y="921433"/>
            <a:ext cx="8701346" cy="435419"/>
          </a:xfrm>
        </p:spPr>
        <p:txBody>
          <a:bodyPr anchor="b">
            <a:normAutofit/>
          </a:bodyPr>
          <a:lstStyle>
            <a:lvl1pPr marL="0" indent="0">
              <a:buNone/>
              <a:defRPr sz="1600" b="1">
                <a:solidFill>
                  <a:srgbClr val="E4003A"/>
                </a:solidFill>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Sous-titre de la slide</a:t>
            </a:r>
          </a:p>
        </p:txBody>
      </p:sp>
      <p:sp>
        <p:nvSpPr>
          <p:cNvPr id="10" name="Rectangle 9">
            <a:extLst>
              <a:ext uri="{FF2B5EF4-FFF2-40B4-BE49-F238E27FC236}">
                <a16:creationId xmlns:a16="http://schemas.microsoft.com/office/drawing/2014/main" id="{2080FB46-17E4-451F-98ED-B8D053EBF009}"/>
              </a:ext>
            </a:extLst>
          </p:cNvPr>
          <p:cNvSpPr/>
          <p:nvPr/>
        </p:nvSpPr>
        <p:spPr>
          <a:xfrm>
            <a:off x="3333387" y="2465596"/>
            <a:ext cx="2552942" cy="1483385"/>
          </a:xfrm>
          <a:prstGeom prst="rect">
            <a:avLst/>
          </a:prstGeom>
          <a:noFill/>
          <a:ln>
            <a:solidFill>
              <a:srgbClr val="68BB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C643BBF1-D340-47F5-836F-9A7CE1DD1F98}"/>
              </a:ext>
            </a:extLst>
          </p:cNvPr>
          <p:cNvSpPr/>
          <p:nvPr/>
        </p:nvSpPr>
        <p:spPr>
          <a:xfrm>
            <a:off x="6257458" y="2464087"/>
            <a:ext cx="2552942" cy="1483385"/>
          </a:xfrm>
          <a:prstGeom prst="rect">
            <a:avLst/>
          </a:prstGeom>
          <a:noFill/>
          <a:ln>
            <a:solidFill>
              <a:srgbClr val="68BB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9869277F-C6BE-4F4A-8B66-E269605FC4A1}"/>
              </a:ext>
            </a:extLst>
          </p:cNvPr>
          <p:cNvSpPr/>
          <p:nvPr/>
        </p:nvSpPr>
        <p:spPr>
          <a:xfrm>
            <a:off x="3333387" y="4300069"/>
            <a:ext cx="2552942" cy="1483385"/>
          </a:xfrm>
          <a:prstGeom prst="rect">
            <a:avLst/>
          </a:prstGeom>
          <a:noFill/>
          <a:ln>
            <a:solidFill>
              <a:srgbClr val="68BB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4BD6D45-80D1-4B1C-9926-6FB82309E0D3}"/>
              </a:ext>
            </a:extLst>
          </p:cNvPr>
          <p:cNvSpPr/>
          <p:nvPr/>
        </p:nvSpPr>
        <p:spPr>
          <a:xfrm>
            <a:off x="6257458" y="4300069"/>
            <a:ext cx="2552942" cy="1483385"/>
          </a:xfrm>
          <a:prstGeom prst="rect">
            <a:avLst/>
          </a:prstGeom>
          <a:noFill/>
          <a:ln>
            <a:solidFill>
              <a:srgbClr val="68BB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D20A5D5E-0518-4388-B876-882BFE22BE86}"/>
              </a:ext>
            </a:extLst>
          </p:cNvPr>
          <p:cNvSpPr/>
          <p:nvPr/>
        </p:nvSpPr>
        <p:spPr>
          <a:xfrm>
            <a:off x="3098354" y="2080778"/>
            <a:ext cx="733661" cy="769441"/>
          </a:xfrm>
          <a:prstGeom prst="rect">
            <a:avLst/>
          </a:prstGeom>
        </p:spPr>
        <p:txBody>
          <a:bodyPr wrap="square">
            <a:spAutoFit/>
          </a:bodyPr>
          <a:lstStyle/>
          <a:p>
            <a:r>
              <a:rPr lang="fr-FR" sz="4400" b="1">
                <a:solidFill>
                  <a:srgbClr val="68BBB4"/>
                </a:solidFill>
                <a:latin typeface="Montserrat" panose="00000500000000000000" pitchFamily="50" charset="0"/>
              </a:rPr>
              <a:t>1</a:t>
            </a:r>
          </a:p>
        </p:txBody>
      </p:sp>
      <p:sp>
        <p:nvSpPr>
          <p:cNvPr id="21" name="Rectangle 20">
            <a:extLst>
              <a:ext uri="{FF2B5EF4-FFF2-40B4-BE49-F238E27FC236}">
                <a16:creationId xmlns:a16="http://schemas.microsoft.com/office/drawing/2014/main" id="{9965239E-C11F-454F-A6C0-99189CDF2771}"/>
              </a:ext>
            </a:extLst>
          </p:cNvPr>
          <p:cNvSpPr/>
          <p:nvPr/>
        </p:nvSpPr>
        <p:spPr>
          <a:xfrm>
            <a:off x="5983814" y="2098120"/>
            <a:ext cx="733661" cy="769441"/>
          </a:xfrm>
          <a:prstGeom prst="rect">
            <a:avLst/>
          </a:prstGeom>
        </p:spPr>
        <p:txBody>
          <a:bodyPr wrap="square">
            <a:spAutoFit/>
          </a:bodyPr>
          <a:lstStyle/>
          <a:p>
            <a:r>
              <a:rPr lang="fr-FR" sz="4400" b="1">
                <a:solidFill>
                  <a:srgbClr val="68BBB4"/>
                </a:solidFill>
                <a:latin typeface="Montserrat" panose="00000500000000000000" pitchFamily="50" charset="0"/>
              </a:rPr>
              <a:t>2</a:t>
            </a:r>
          </a:p>
        </p:txBody>
      </p:sp>
      <p:sp>
        <p:nvSpPr>
          <p:cNvPr id="22" name="Rectangle 21">
            <a:extLst>
              <a:ext uri="{FF2B5EF4-FFF2-40B4-BE49-F238E27FC236}">
                <a16:creationId xmlns:a16="http://schemas.microsoft.com/office/drawing/2014/main" id="{8577D9E3-1566-4AA3-9028-3D434CFC814D}"/>
              </a:ext>
            </a:extLst>
          </p:cNvPr>
          <p:cNvSpPr/>
          <p:nvPr/>
        </p:nvSpPr>
        <p:spPr>
          <a:xfrm>
            <a:off x="3098353" y="3990705"/>
            <a:ext cx="733661" cy="769441"/>
          </a:xfrm>
          <a:prstGeom prst="rect">
            <a:avLst/>
          </a:prstGeom>
        </p:spPr>
        <p:txBody>
          <a:bodyPr wrap="square">
            <a:spAutoFit/>
          </a:bodyPr>
          <a:lstStyle/>
          <a:p>
            <a:r>
              <a:rPr lang="fr-FR" sz="4400" b="1">
                <a:solidFill>
                  <a:srgbClr val="68BBB4"/>
                </a:solidFill>
                <a:latin typeface="Montserrat" panose="00000500000000000000" pitchFamily="50" charset="0"/>
              </a:rPr>
              <a:t>3</a:t>
            </a:r>
          </a:p>
        </p:txBody>
      </p:sp>
      <p:sp>
        <p:nvSpPr>
          <p:cNvPr id="23" name="Rectangle 22">
            <a:extLst>
              <a:ext uri="{FF2B5EF4-FFF2-40B4-BE49-F238E27FC236}">
                <a16:creationId xmlns:a16="http://schemas.microsoft.com/office/drawing/2014/main" id="{1EE12808-AB25-42C5-B7D8-DE9D16A3E71A}"/>
              </a:ext>
            </a:extLst>
          </p:cNvPr>
          <p:cNvSpPr/>
          <p:nvPr/>
        </p:nvSpPr>
        <p:spPr>
          <a:xfrm>
            <a:off x="6054180" y="3939540"/>
            <a:ext cx="733661" cy="769441"/>
          </a:xfrm>
          <a:prstGeom prst="rect">
            <a:avLst/>
          </a:prstGeom>
        </p:spPr>
        <p:txBody>
          <a:bodyPr wrap="square">
            <a:spAutoFit/>
          </a:bodyPr>
          <a:lstStyle/>
          <a:p>
            <a:r>
              <a:rPr lang="fr-FR" sz="4400" b="1">
                <a:solidFill>
                  <a:srgbClr val="68BBB4"/>
                </a:solidFill>
                <a:latin typeface="Montserrat" panose="00000500000000000000" pitchFamily="50" charset="0"/>
              </a:rPr>
              <a:t>4</a:t>
            </a:r>
          </a:p>
        </p:txBody>
      </p:sp>
      <p:sp>
        <p:nvSpPr>
          <p:cNvPr id="24" name="Espace réservé du texte 2">
            <a:extLst>
              <a:ext uri="{FF2B5EF4-FFF2-40B4-BE49-F238E27FC236}">
                <a16:creationId xmlns:a16="http://schemas.microsoft.com/office/drawing/2014/main" id="{7F4FE3B8-9ECF-4D12-958B-25767F02C8ED}"/>
              </a:ext>
            </a:extLst>
          </p:cNvPr>
          <p:cNvSpPr>
            <a:spLocks noGrp="1"/>
          </p:cNvSpPr>
          <p:nvPr>
            <p:ph type="body" idx="1" hasCustomPrompt="1"/>
          </p:nvPr>
        </p:nvSpPr>
        <p:spPr>
          <a:xfrm>
            <a:off x="3495675" y="2557931"/>
            <a:ext cx="2257425" cy="1233020"/>
          </a:xfrm>
        </p:spPr>
        <p:txBody>
          <a:bodyPr>
            <a:normAutofit/>
          </a:bodyPr>
          <a:lstStyle>
            <a:lvl1pPr marL="0" indent="0">
              <a:buNone/>
              <a:defRPr sz="1600">
                <a:solidFill>
                  <a:schemeClr val="tx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Contenu de la slide</a:t>
            </a:r>
          </a:p>
        </p:txBody>
      </p:sp>
      <p:sp>
        <p:nvSpPr>
          <p:cNvPr id="25" name="Espace réservé du texte 2">
            <a:extLst>
              <a:ext uri="{FF2B5EF4-FFF2-40B4-BE49-F238E27FC236}">
                <a16:creationId xmlns:a16="http://schemas.microsoft.com/office/drawing/2014/main" id="{AFA0642A-3295-48C2-BAB3-78A871FC7468}"/>
              </a:ext>
            </a:extLst>
          </p:cNvPr>
          <p:cNvSpPr>
            <a:spLocks noGrp="1"/>
          </p:cNvSpPr>
          <p:nvPr>
            <p:ph type="body" idx="11" hasCustomPrompt="1"/>
          </p:nvPr>
        </p:nvSpPr>
        <p:spPr>
          <a:xfrm>
            <a:off x="6509485" y="2560415"/>
            <a:ext cx="2177315" cy="1233020"/>
          </a:xfrm>
        </p:spPr>
        <p:txBody>
          <a:bodyPr>
            <a:normAutofit/>
          </a:bodyPr>
          <a:lstStyle>
            <a:lvl1pPr marL="0" indent="0">
              <a:buNone/>
              <a:defRPr sz="1600">
                <a:solidFill>
                  <a:schemeClr val="tx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Contenu de la slide</a:t>
            </a:r>
          </a:p>
        </p:txBody>
      </p:sp>
      <p:sp>
        <p:nvSpPr>
          <p:cNvPr id="26" name="Espace réservé du texte 2">
            <a:extLst>
              <a:ext uri="{FF2B5EF4-FFF2-40B4-BE49-F238E27FC236}">
                <a16:creationId xmlns:a16="http://schemas.microsoft.com/office/drawing/2014/main" id="{19A2A95D-983E-481F-92B4-07643BF8082C}"/>
              </a:ext>
            </a:extLst>
          </p:cNvPr>
          <p:cNvSpPr>
            <a:spLocks noGrp="1"/>
          </p:cNvSpPr>
          <p:nvPr>
            <p:ph type="body" idx="12" hasCustomPrompt="1"/>
          </p:nvPr>
        </p:nvSpPr>
        <p:spPr>
          <a:xfrm>
            <a:off x="6509485" y="4429125"/>
            <a:ext cx="2177315" cy="1248963"/>
          </a:xfrm>
        </p:spPr>
        <p:txBody>
          <a:bodyPr>
            <a:normAutofit/>
          </a:bodyPr>
          <a:lstStyle>
            <a:lvl1pPr marL="0" indent="0">
              <a:buNone/>
              <a:defRPr sz="1600">
                <a:solidFill>
                  <a:schemeClr val="tx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Contenu de la slide</a:t>
            </a:r>
          </a:p>
        </p:txBody>
      </p:sp>
      <p:sp>
        <p:nvSpPr>
          <p:cNvPr id="27" name="Espace réservé du texte 2">
            <a:extLst>
              <a:ext uri="{FF2B5EF4-FFF2-40B4-BE49-F238E27FC236}">
                <a16:creationId xmlns:a16="http://schemas.microsoft.com/office/drawing/2014/main" id="{E71D7840-2AD5-4D24-8C49-1DD5E1C28A4E}"/>
              </a:ext>
            </a:extLst>
          </p:cNvPr>
          <p:cNvSpPr>
            <a:spLocks noGrp="1"/>
          </p:cNvSpPr>
          <p:nvPr>
            <p:ph type="body" idx="13" hasCustomPrompt="1"/>
          </p:nvPr>
        </p:nvSpPr>
        <p:spPr>
          <a:xfrm>
            <a:off x="3569836" y="4429125"/>
            <a:ext cx="2177315" cy="1248963"/>
          </a:xfrm>
        </p:spPr>
        <p:txBody>
          <a:bodyPr>
            <a:normAutofit/>
          </a:bodyPr>
          <a:lstStyle>
            <a:lvl1pPr marL="0" indent="0">
              <a:buNone/>
              <a:defRPr sz="1600">
                <a:solidFill>
                  <a:schemeClr val="tx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Contenu de la slide</a:t>
            </a:r>
          </a:p>
        </p:txBody>
      </p:sp>
      <p:pic>
        <p:nvPicPr>
          <p:cNvPr id="19" name="Image 18">
            <a:extLst>
              <a:ext uri="{FF2B5EF4-FFF2-40B4-BE49-F238E27FC236}">
                <a16:creationId xmlns:a16="http://schemas.microsoft.com/office/drawing/2014/main" id="{6695BB3B-2763-4414-948E-6D0BD696359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866366" y="6320028"/>
            <a:ext cx="1106718" cy="368283"/>
          </a:xfrm>
          <a:prstGeom prst="rect">
            <a:avLst/>
          </a:prstGeom>
        </p:spPr>
      </p:pic>
    </p:spTree>
    <p:extLst>
      <p:ext uri="{BB962C8B-B14F-4D97-AF65-F5344CB8AC3E}">
        <p14:creationId xmlns:p14="http://schemas.microsoft.com/office/powerpoint/2010/main" val="629103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re de sec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C11DC9A-9201-4584-9047-6862FF34E0E6}"/>
              </a:ext>
            </a:extLst>
          </p:cNvPr>
          <p:cNvSpPr/>
          <p:nvPr userDrawn="1"/>
        </p:nvSpPr>
        <p:spPr>
          <a:xfrm>
            <a:off x="3147147" y="326325"/>
            <a:ext cx="362139" cy="99588"/>
          </a:xfrm>
          <a:prstGeom prst="rect">
            <a:avLst/>
          </a:prstGeom>
          <a:solidFill>
            <a:srgbClr val="68BB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C91ACFE2-DCAB-4ED0-8FB9-BCC1EE79CC18}"/>
              </a:ext>
            </a:extLst>
          </p:cNvPr>
          <p:cNvSpPr>
            <a:spLocks noGrp="1"/>
          </p:cNvSpPr>
          <p:nvPr>
            <p:ph type="title" hasCustomPrompt="1"/>
          </p:nvPr>
        </p:nvSpPr>
        <p:spPr>
          <a:xfrm>
            <a:off x="3067866" y="553150"/>
            <a:ext cx="8701347" cy="368283"/>
          </a:xfrm>
        </p:spPr>
        <p:txBody>
          <a:bodyPr anchor="b">
            <a:normAutofit/>
          </a:bodyPr>
          <a:lstStyle>
            <a:lvl1pPr>
              <a:defRPr sz="1800" b="1" cap="all" baseline="0">
                <a:solidFill>
                  <a:srgbClr val="68BBB4"/>
                </a:solidFill>
                <a:latin typeface="Montserrat" panose="00000500000000000000" pitchFamily="2" charset="0"/>
              </a:defRPr>
            </a:lvl1pPr>
          </a:lstStyle>
          <a:p>
            <a:r>
              <a:rPr lang="fr-FR"/>
              <a:t>Titre DE LA SLIDE</a:t>
            </a:r>
          </a:p>
        </p:txBody>
      </p:sp>
      <p:sp>
        <p:nvSpPr>
          <p:cNvPr id="14" name="Espace réservé du texte 2">
            <a:extLst>
              <a:ext uri="{FF2B5EF4-FFF2-40B4-BE49-F238E27FC236}">
                <a16:creationId xmlns:a16="http://schemas.microsoft.com/office/drawing/2014/main" id="{91C43884-4B5A-4F4B-8EE7-E4763C088A37}"/>
              </a:ext>
            </a:extLst>
          </p:cNvPr>
          <p:cNvSpPr>
            <a:spLocks noGrp="1"/>
          </p:cNvSpPr>
          <p:nvPr>
            <p:ph type="body" idx="10" hasCustomPrompt="1"/>
          </p:nvPr>
        </p:nvSpPr>
        <p:spPr>
          <a:xfrm>
            <a:off x="3067866" y="921433"/>
            <a:ext cx="8701346" cy="435419"/>
          </a:xfrm>
        </p:spPr>
        <p:txBody>
          <a:bodyPr anchor="b">
            <a:normAutofit/>
          </a:bodyPr>
          <a:lstStyle>
            <a:lvl1pPr marL="0" indent="0">
              <a:buNone/>
              <a:defRPr sz="1600" b="1">
                <a:solidFill>
                  <a:srgbClr val="E4003A"/>
                </a:solidFill>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Sous-titre de la slide</a:t>
            </a:r>
          </a:p>
        </p:txBody>
      </p:sp>
      <p:pic>
        <p:nvPicPr>
          <p:cNvPr id="9" name="Image 8">
            <a:extLst>
              <a:ext uri="{FF2B5EF4-FFF2-40B4-BE49-F238E27FC236}">
                <a16:creationId xmlns:a16="http://schemas.microsoft.com/office/drawing/2014/main" id="{26A1DC3F-DF7C-467F-AE04-93C814350B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8046" r="36018"/>
          <a:stretch/>
        </p:blipFill>
        <p:spPr>
          <a:xfrm>
            <a:off x="0" y="0"/>
            <a:ext cx="2679010" cy="6858000"/>
          </a:xfrm>
          <a:prstGeom prst="rect">
            <a:avLst/>
          </a:prstGeom>
        </p:spPr>
      </p:pic>
      <p:sp>
        <p:nvSpPr>
          <p:cNvPr id="11" name="Espace réservé du texte 2">
            <a:extLst>
              <a:ext uri="{FF2B5EF4-FFF2-40B4-BE49-F238E27FC236}">
                <a16:creationId xmlns:a16="http://schemas.microsoft.com/office/drawing/2014/main" id="{01654C16-5ADA-4E29-ABB2-1B4017234FA5}"/>
              </a:ext>
            </a:extLst>
          </p:cNvPr>
          <p:cNvSpPr>
            <a:spLocks noGrp="1"/>
          </p:cNvSpPr>
          <p:nvPr>
            <p:ph type="body" idx="1" hasCustomPrompt="1"/>
          </p:nvPr>
        </p:nvSpPr>
        <p:spPr>
          <a:xfrm>
            <a:off x="3067866" y="1725562"/>
            <a:ext cx="8701347" cy="4478594"/>
          </a:xfrm>
        </p:spPr>
        <p:txBody>
          <a:bodyPr>
            <a:normAutofit/>
          </a:bodyPr>
          <a:lstStyle>
            <a:lvl1pPr marL="0" indent="0">
              <a:buNone/>
              <a:defRPr sz="1600">
                <a:solidFill>
                  <a:schemeClr val="tx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Contenu de la slide</a:t>
            </a:r>
          </a:p>
        </p:txBody>
      </p:sp>
      <p:pic>
        <p:nvPicPr>
          <p:cNvPr id="12" name="Image 11">
            <a:extLst>
              <a:ext uri="{FF2B5EF4-FFF2-40B4-BE49-F238E27FC236}">
                <a16:creationId xmlns:a16="http://schemas.microsoft.com/office/drawing/2014/main" id="{656B559D-4B16-4F42-A0F5-4DB8E95BA5E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866366" y="6320028"/>
            <a:ext cx="1106718" cy="368283"/>
          </a:xfrm>
          <a:prstGeom prst="rect">
            <a:avLst/>
          </a:prstGeom>
        </p:spPr>
      </p:pic>
    </p:spTree>
    <p:extLst>
      <p:ext uri="{BB962C8B-B14F-4D97-AF65-F5344CB8AC3E}">
        <p14:creationId xmlns:p14="http://schemas.microsoft.com/office/powerpoint/2010/main" val="36427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re de section">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3AC30004-E555-4F37-9619-74A9AC240E7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7193" r="17091"/>
          <a:stretch/>
        </p:blipFill>
        <p:spPr>
          <a:xfrm>
            <a:off x="9512990" y="0"/>
            <a:ext cx="2679010" cy="6858000"/>
          </a:xfrm>
          <a:prstGeom prst="rect">
            <a:avLst/>
          </a:prstGeom>
        </p:spPr>
      </p:pic>
      <p:sp>
        <p:nvSpPr>
          <p:cNvPr id="9" name="Rectangle 8">
            <a:extLst>
              <a:ext uri="{FF2B5EF4-FFF2-40B4-BE49-F238E27FC236}">
                <a16:creationId xmlns:a16="http://schemas.microsoft.com/office/drawing/2014/main" id="{5C0130BE-4999-4B62-8E88-E803710F5BF5}"/>
              </a:ext>
            </a:extLst>
          </p:cNvPr>
          <p:cNvSpPr/>
          <p:nvPr userDrawn="1"/>
        </p:nvSpPr>
        <p:spPr>
          <a:xfrm>
            <a:off x="499197" y="326325"/>
            <a:ext cx="362139" cy="99588"/>
          </a:xfrm>
          <a:prstGeom prst="rect">
            <a:avLst/>
          </a:prstGeom>
          <a:solidFill>
            <a:srgbClr val="68BB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itre 1">
            <a:extLst>
              <a:ext uri="{FF2B5EF4-FFF2-40B4-BE49-F238E27FC236}">
                <a16:creationId xmlns:a16="http://schemas.microsoft.com/office/drawing/2014/main" id="{228A6898-6524-4B3A-B2AB-E29050E1FC42}"/>
              </a:ext>
            </a:extLst>
          </p:cNvPr>
          <p:cNvSpPr>
            <a:spLocks noGrp="1"/>
          </p:cNvSpPr>
          <p:nvPr>
            <p:ph type="title" hasCustomPrompt="1"/>
          </p:nvPr>
        </p:nvSpPr>
        <p:spPr>
          <a:xfrm>
            <a:off x="419916" y="553150"/>
            <a:ext cx="8701347" cy="368283"/>
          </a:xfrm>
        </p:spPr>
        <p:txBody>
          <a:bodyPr anchor="b">
            <a:normAutofit/>
          </a:bodyPr>
          <a:lstStyle>
            <a:lvl1pPr>
              <a:defRPr sz="1800" b="1" cap="all" baseline="0">
                <a:solidFill>
                  <a:srgbClr val="68BBB4"/>
                </a:solidFill>
                <a:latin typeface="Montserrat" panose="00000500000000000000" pitchFamily="2" charset="0"/>
              </a:defRPr>
            </a:lvl1pPr>
          </a:lstStyle>
          <a:p>
            <a:r>
              <a:rPr lang="fr-FR"/>
              <a:t>Titre DE LA SLIDE</a:t>
            </a:r>
          </a:p>
        </p:txBody>
      </p:sp>
      <p:sp>
        <p:nvSpPr>
          <p:cNvPr id="12" name="Espace réservé du texte 2">
            <a:extLst>
              <a:ext uri="{FF2B5EF4-FFF2-40B4-BE49-F238E27FC236}">
                <a16:creationId xmlns:a16="http://schemas.microsoft.com/office/drawing/2014/main" id="{AA279D2C-A9AE-492B-B572-0836AB41F2D8}"/>
              </a:ext>
            </a:extLst>
          </p:cNvPr>
          <p:cNvSpPr>
            <a:spLocks noGrp="1"/>
          </p:cNvSpPr>
          <p:nvPr>
            <p:ph type="body" idx="10" hasCustomPrompt="1"/>
          </p:nvPr>
        </p:nvSpPr>
        <p:spPr>
          <a:xfrm>
            <a:off x="419916" y="921433"/>
            <a:ext cx="8701346" cy="435419"/>
          </a:xfrm>
        </p:spPr>
        <p:txBody>
          <a:bodyPr anchor="b">
            <a:normAutofit/>
          </a:bodyPr>
          <a:lstStyle>
            <a:lvl1pPr marL="0" indent="0">
              <a:buNone/>
              <a:defRPr sz="1600" b="1">
                <a:solidFill>
                  <a:srgbClr val="E4003A"/>
                </a:solidFill>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Sous-titre de la slide</a:t>
            </a:r>
          </a:p>
        </p:txBody>
      </p:sp>
      <p:sp>
        <p:nvSpPr>
          <p:cNvPr id="15" name="Espace réservé du texte 2">
            <a:extLst>
              <a:ext uri="{FF2B5EF4-FFF2-40B4-BE49-F238E27FC236}">
                <a16:creationId xmlns:a16="http://schemas.microsoft.com/office/drawing/2014/main" id="{3A3CE2E7-C035-40E7-A4A0-400BB0EB51FB}"/>
              </a:ext>
            </a:extLst>
          </p:cNvPr>
          <p:cNvSpPr>
            <a:spLocks noGrp="1"/>
          </p:cNvSpPr>
          <p:nvPr>
            <p:ph type="body" idx="1" hasCustomPrompt="1"/>
          </p:nvPr>
        </p:nvSpPr>
        <p:spPr>
          <a:xfrm>
            <a:off x="419917" y="1725562"/>
            <a:ext cx="8701346" cy="4478594"/>
          </a:xfrm>
        </p:spPr>
        <p:txBody>
          <a:bodyPr>
            <a:normAutofit/>
          </a:bodyPr>
          <a:lstStyle>
            <a:lvl1pPr marL="0" indent="0">
              <a:buNone/>
              <a:defRPr sz="1600">
                <a:solidFill>
                  <a:schemeClr val="tx1"/>
                </a:solidFill>
                <a:latin typeface="Montserrat"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Contenu de la slide</a:t>
            </a:r>
          </a:p>
        </p:txBody>
      </p:sp>
      <p:pic>
        <p:nvPicPr>
          <p:cNvPr id="8" name="Image 7">
            <a:extLst>
              <a:ext uri="{FF2B5EF4-FFF2-40B4-BE49-F238E27FC236}">
                <a16:creationId xmlns:a16="http://schemas.microsoft.com/office/drawing/2014/main" id="{64C73A09-B1A1-4D7E-B135-5775E991074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07891" y="6320028"/>
            <a:ext cx="1106718" cy="368283"/>
          </a:xfrm>
          <a:prstGeom prst="rect">
            <a:avLst/>
          </a:prstGeom>
        </p:spPr>
      </p:pic>
    </p:spTree>
    <p:extLst>
      <p:ext uri="{BB962C8B-B14F-4D97-AF65-F5344CB8AC3E}">
        <p14:creationId xmlns:p14="http://schemas.microsoft.com/office/powerpoint/2010/main" val="198950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Diapositive de fi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89E00A-FCD8-4B97-9319-45D9E35C0305}"/>
              </a:ext>
            </a:extLst>
          </p:cNvPr>
          <p:cNvSpPr/>
          <p:nvPr userDrawn="1"/>
        </p:nvSpPr>
        <p:spPr>
          <a:xfrm>
            <a:off x="0" y="4021521"/>
            <a:ext cx="1946246" cy="1745539"/>
          </a:xfrm>
          <a:prstGeom prst="rect">
            <a:avLst/>
          </a:prstGeom>
          <a:solidFill>
            <a:srgbClr val="E400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84C9125F-51FC-4F47-934C-D8274226F1F7}"/>
              </a:ext>
            </a:extLst>
          </p:cNvPr>
          <p:cNvSpPr/>
          <p:nvPr userDrawn="1"/>
        </p:nvSpPr>
        <p:spPr>
          <a:xfrm rot="5400000">
            <a:off x="4185593" y="-2239347"/>
            <a:ext cx="5767060" cy="10245754"/>
          </a:xfrm>
          <a:prstGeom prst="rect">
            <a:avLst/>
          </a:prstGeom>
          <a:solidFill>
            <a:srgbClr val="5D1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5F973A5C-BAF4-490E-BFEC-9AB84B44FB9E}"/>
              </a:ext>
            </a:extLst>
          </p:cNvPr>
          <p:cNvSpPr/>
          <p:nvPr userDrawn="1"/>
        </p:nvSpPr>
        <p:spPr>
          <a:xfrm>
            <a:off x="134046" y="4298520"/>
            <a:ext cx="1464018" cy="553998"/>
          </a:xfrm>
          <a:prstGeom prst="rect">
            <a:avLst/>
          </a:prstGeom>
        </p:spPr>
        <p:txBody>
          <a:bodyPr wrap="square">
            <a:spAutoFit/>
          </a:bodyPr>
          <a:lstStyle/>
          <a:p>
            <a:r>
              <a:rPr lang="fr-FR" b="1" baseline="30000">
                <a:solidFill>
                  <a:schemeClr val="bg1"/>
                </a:solidFill>
                <a:latin typeface="Montserrat" panose="00000500000000000000" pitchFamily="50" charset="0"/>
              </a:rPr>
              <a:t>Des experts</a:t>
            </a:r>
          </a:p>
          <a:p>
            <a:r>
              <a:rPr lang="fr-FR" b="1" baseline="30000">
                <a:solidFill>
                  <a:schemeClr val="bg1"/>
                </a:solidFill>
                <a:latin typeface="Montserrat" panose="00000500000000000000" pitchFamily="50" charset="0"/>
              </a:rPr>
              <a:t>à votre service</a:t>
            </a:r>
            <a:endParaRPr lang="fr-FR">
              <a:solidFill>
                <a:schemeClr val="bg1"/>
              </a:solidFill>
            </a:endParaRPr>
          </a:p>
        </p:txBody>
      </p:sp>
      <p:sp>
        <p:nvSpPr>
          <p:cNvPr id="9" name="Ellipse 8">
            <a:extLst>
              <a:ext uri="{FF2B5EF4-FFF2-40B4-BE49-F238E27FC236}">
                <a16:creationId xmlns:a16="http://schemas.microsoft.com/office/drawing/2014/main" id="{1D61A0D3-7EF9-4C1F-A2AA-B95CA1FF2D5F}"/>
              </a:ext>
            </a:extLst>
          </p:cNvPr>
          <p:cNvSpPr/>
          <p:nvPr userDrawn="1"/>
        </p:nvSpPr>
        <p:spPr>
          <a:xfrm>
            <a:off x="1420941" y="4627917"/>
            <a:ext cx="49338" cy="49338"/>
          </a:xfrm>
          <a:prstGeom prst="ellipse">
            <a:avLst/>
          </a:prstGeom>
          <a:solidFill>
            <a:srgbClr val="5D1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EC293D90-BA26-419C-9966-7897618BA2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86325" y="6151133"/>
            <a:ext cx="781647" cy="422878"/>
          </a:xfrm>
          <a:prstGeom prst="rect">
            <a:avLst/>
          </a:prstGeom>
        </p:spPr>
      </p:pic>
      <p:sp>
        <p:nvSpPr>
          <p:cNvPr id="12" name="Rectangle 11">
            <a:extLst>
              <a:ext uri="{FF2B5EF4-FFF2-40B4-BE49-F238E27FC236}">
                <a16:creationId xmlns:a16="http://schemas.microsoft.com/office/drawing/2014/main" id="{4918E68D-30C7-4F6C-ACC9-CA9A4E73EA24}"/>
              </a:ext>
            </a:extLst>
          </p:cNvPr>
          <p:cNvSpPr/>
          <p:nvPr userDrawn="1"/>
        </p:nvSpPr>
        <p:spPr>
          <a:xfrm>
            <a:off x="0" y="1"/>
            <a:ext cx="1946246" cy="4021520"/>
          </a:xfrm>
          <a:prstGeom prst="rect">
            <a:avLst/>
          </a:prstGeom>
          <a:solidFill>
            <a:srgbClr val="68BB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4" descr="Une image contenant texte, clipart&#10;&#10;Description générée automatiquement">
            <a:extLst>
              <a:ext uri="{FF2B5EF4-FFF2-40B4-BE49-F238E27FC236}">
                <a16:creationId xmlns:a16="http://schemas.microsoft.com/office/drawing/2014/main" id="{4BBC579F-798F-491F-AA46-647526CCA10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4028" y="6151134"/>
            <a:ext cx="1502127" cy="422877"/>
          </a:xfrm>
          <a:prstGeom prst="rect">
            <a:avLst/>
          </a:prstGeom>
        </p:spPr>
      </p:pic>
      <p:sp>
        <p:nvSpPr>
          <p:cNvPr id="2" name="Titre 1">
            <a:extLst>
              <a:ext uri="{FF2B5EF4-FFF2-40B4-BE49-F238E27FC236}">
                <a16:creationId xmlns:a16="http://schemas.microsoft.com/office/drawing/2014/main" id="{5A39DF63-F094-46AB-A967-7210C67B99A2}"/>
              </a:ext>
            </a:extLst>
          </p:cNvPr>
          <p:cNvSpPr>
            <a:spLocks noGrp="1"/>
          </p:cNvSpPr>
          <p:nvPr>
            <p:ph type="title" hasCustomPrompt="1"/>
          </p:nvPr>
        </p:nvSpPr>
        <p:spPr>
          <a:xfrm>
            <a:off x="1946246" y="2103437"/>
            <a:ext cx="10245754" cy="1325563"/>
          </a:xfrm>
        </p:spPr>
        <p:txBody>
          <a:bodyPr>
            <a:normAutofit/>
          </a:bodyPr>
          <a:lstStyle>
            <a:lvl1pPr algn="ctr">
              <a:defRPr sz="2400" b="1" cap="all" baseline="0">
                <a:solidFill>
                  <a:srgbClr val="FAF9FE"/>
                </a:solidFill>
                <a:latin typeface="Montserrat" panose="00000500000000000000" pitchFamily="2" charset="0"/>
              </a:defRPr>
            </a:lvl1pPr>
          </a:lstStyle>
          <a:p>
            <a:r>
              <a:rPr lang="fr-FR"/>
              <a:t>MERCI POUR VOTRE ATTENTION</a:t>
            </a:r>
          </a:p>
        </p:txBody>
      </p:sp>
      <p:sp>
        <p:nvSpPr>
          <p:cNvPr id="17" name="Rectangle 16">
            <a:extLst>
              <a:ext uri="{FF2B5EF4-FFF2-40B4-BE49-F238E27FC236}">
                <a16:creationId xmlns:a16="http://schemas.microsoft.com/office/drawing/2014/main" id="{CED813F4-3D62-4F6A-9A03-79E59F47B3A5}"/>
              </a:ext>
            </a:extLst>
          </p:cNvPr>
          <p:cNvSpPr/>
          <p:nvPr userDrawn="1"/>
        </p:nvSpPr>
        <p:spPr>
          <a:xfrm rot="16200000">
            <a:off x="246469" y="767630"/>
            <a:ext cx="293670" cy="338554"/>
          </a:xfrm>
          <a:prstGeom prst="rect">
            <a:avLst/>
          </a:prstGeom>
        </p:spPr>
        <p:txBody>
          <a:bodyPr wrap="none">
            <a:spAutoFit/>
          </a:bodyPr>
          <a:lstStyle/>
          <a:p>
            <a:pPr algn="r"/>
            <a:endParaRPr lang="fr-FR" sz="2400" b="1" baseline="30000">
              <a:solidFill>
                <a:schemeClr val="bg1"/>
              </a:solidFill>
              <a:latin typeface="Montserrat" panose="00000500000000000000" pitchFamily="50" charset="0"/>
            </a:endParaRPr>
          </a:p>
        </p:txBody>
      </p:sp>
      <p:sp>
        <p:nvSpPr>
          <p:cNvPr id="19" name="Rectangle 18">
            <a:extLst>
              <a:ext uri="{FF2B5EF4-FFF2-40B4-BE49-F238E27FC236}">
                <a16:creationId xmlns:a16="http://schemas.microsoft.com/office/drawing/2014/main" id="{6AA40AA6-1600-43F1-B6DF-04A203F53582}"/>
              </a:ext>
            </a:extLst>
          </p:cNvPr>
          <p:cNvSpPr/>
          <p:nvPr userDrawn="1"/>
        </p:nvSpPr>
        <p:spPr>
          <a:xfrm rot="16200000">
            <a:off x="-100580" y="767630"/>
            <a:ext cx="987771" cy="338554"/>
          </a:xfrm>
          <a:prstGeom prst="rect">
            <a:avLst/>
          </a:prstGeom>
        </p:spPr>
        <p:txBody>
          <a:bodyPr wrap="none">
            <a:spAutoFit/>
          </a:bodyPr>
          <a:lstStyle/>
          <a:p>
            <a:pPr algn="r"/>
            <a:r>
              <a:rPr lang="fr-FR" sz="2400" b="1" baseline="30000">
                <a:solidFill>
                  <a:schemeClr val="bg1"/>
                </a:solidFill>
                <a:latin typeface="Montserrat" panose="00000500000000000000" pitchFamily="50" charset="0"/>
              </a:rPr>
              <a:t>SOCIAL</a:t>
            </a:r>
          </a:p>
        </p:txBody>
      </p:sp>
      <p:pic>
        <p:nvPicPr>
          <p:cNvPr id="20" name="Image 19">
            <a:extLst>
              <a:ext uri="{FF2B5EF4-FFF2-40B4-BE49-F238E27FC236}">
                <a16:creationId xmlns:a16="http://schemas.microsoft.com/office/drawing/2014/main" id="{7E43D9D1-B250-4813-800C-E5802E08B95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07" y="-96"/>
            <a:ext cx="555476" cy="552927"/>
          </a:xfrm>
          <a:prstGeom prst="rect">
            <a:avLst/>
          </a:prstGeom>
        </p:spPr>
      </p:pic>
    </p:spTree>
    <p:extLst>
      <p:ext uri="{BB962C8B-B14F-4D97-AF65-F5344CB8AC3E}">
        <p14:creationId xmlns:p14="http://schemas.microsoft.com/office/powerpoint/2010/main" val="3276194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9_Disposition personnalisée">
    <p:bg>
      <p:bgPr>
        <a:solidFill>
          <a:srgbClr val="5D152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09F539-63FF-C34F-8043-3595A8D09788}"/>
              </a:ext>
            </a:extLst>
          </p:cNvPr>
          <p:cNvSpPr/>
          <p:nvPr userDrawn="1"/>
        </p:nvSpPr>
        <p:spPr>
          <a:xfrm>
            <a:off x="0" y="0"/>
            <a:ext cx="12192000" cy="6858000"/>
          </a:xfrm>
          <a:prstGeom prst="rect">
            <a:avLst/>
          </a:prstGeom>
          <a:solidFill>
            <a:srgbClr val="69C0B9"/>
          </a:solidFill>
          <a:ln>
            <a:solidFill>
              <a:srgbClr val="99A5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descr="Une image contenant logo, Graphique, noir, noir et blanc&#10;&#10;Description générée automatiquement">
            <a:extLst>
              <a:ext uri="{FF2B5EF4-FFF2-40B4-BE49-F238E27FC236}">
                <a16:creationId xmlns:a16="http://schemas.microsoft.com/office/drawing/2014/main" id="{6351365C-D333-2158-5B88-6E438DC18F19}"/>
              </a:ext>
            </a:extLst>
          </p:cNvPr>
          <p:cNvPicPr>
            <a:picLocks noChangeAspect="1"/>
          </p:cNvPicPr>
          <p:nvPr userDrawn="1"/>
        </p:nvPicPr>
        <p:blipFill>
          <a:blip r:embed="rId2">
            <a:alphaModFix amt="47000"/>
            <a:extLst>
              <a:ext uri="{28A0092B-C50C-407E-A947-70E740481C1C}">
                <a14:useLocalDpi xmlns:a14="http://schemas.microsoft.com/office/drawing/2010/main" val="0"/>
              </a:ext>
            </a:extLst>
          </a:blip>
          <a:stretch>
            <a:fillRect/>
          </a:stretch>
        </p:blipFill>
        <p:spPr>
          <a:xfrm>
            <a:off x="-2909177" y="878777"/>
            <a:ext cx="9499538" cy="9499538"/>
          </a:xfrm>
          <a:prstGeom prst="rect">
            <a:avLst/>
          </a:prstGeom>
        </p:spPr>
      </p:pic>
      <p:pic>
        <p:nvPicPr>
          <p:cNvPr id="8" name="Image 7">
            <a:extLst>
              <a:ext uri="{FF2B5EF4-FFF2-40B4-BE49-F238E27FC236}">
                <a16:creationId xmlns:a16="http://schemas.microsoft.com/office/drawing/2014/main" id="{1A0C5C85-FE59-F162-6A23-A2907A6679E1}"/>
              </a:ext>
            </a:extLst>
          </p:cNvPr>
          <p:cNvPicPr>
            <a:picLocks noChangeAspect="1"/>
          </p:cNvPicPr>
          <p:nvPr userDrawn="1"/>
        </p:nvPicPr>
        <p:blipFill>
          <a:blip r:embed="rId3">
            <a:extLst>
              <a:ext uri="{28A0092B-C50C-407E-A947-70E740481C1C}">
                <a14:useLocalDpi xmlns:a14="http://schemas.microsoft.com/office/drawing/2010/main" val="0"/>
              </a:ext>
            </a:extLst>
          </a:blip>
          <a:srcRect l="17166" r="17166"/>
          <a:stretch/>
        </p:blipFill>
        <p:spPr>
          <a:xfrm>
            <a:off x="8262575" y="2868688"/>
            <a:ext cx="4638946" cy="4633846"/>
          </a:xfrm>
          <a:prstGeom prst="flowChartConnector">
            <a:avLst/>
          </a:prstGeom>
        </p:spPr>
      </p:pic>
      <p:sp>
        <p:nvSpPr>
          <p:cNvPr id="25" name="Rectangle 24">
            <a:extLst>
              <a:ext uri="{FF2B5EF4-FFF2-40B4-BE49-F238E27FC236}">
                <a16:creationId xmlns:a16="http://schemas.microsoft.com/office/drawing/2014/main" id="{00C1778C-488D-AAEF-09D1-F7A688FA486E}"/>
              </a:ext>
            </a:extLst>
          </p:cNvPr>
          <p:cNvSpPr/>
          <p:nvPr userDrawn="1"/>
        </p:nvSpPr>
        <p:spPr>
          <a:xfrm>
            <a:off x="508760" y="1229454"/>
            <a:ext cx="540000" cy="108000"/>
          </a:xfrm>
          <a:prstGeom prst="rect">
            <a:avLst/>
          </a:prstGeom>
          <a:solidFill>
            <a:srgbClr val="E400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a:p>
        </p:txBody>
      </p:sp>
      <p:pic>
        <p:nvPicPr>
          <p:cNvPr id="29" name="Image 28" descr="Une image contenant cercle, capture d’écran, Graphique, art&#10;&#10;Description générée automatiquement">
            <a:extLst>
              <a:ext uri="{FF2B5EF4-FFF2-40B4-BE49-F238E27FC236}">
                <a16:creationId xmlns:a16="http://schemas.microsoft.com/office/drawing/2014/main" id="{0D807B6C-77E6-0E83-858B-58850D1F2B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1614" y="417925"/>
            <a:ext cx="6422149" cy="4977394"/>
          </a:xfrm>
          <a:prstGeom prst="rect">
            <a:avLst/>
          </a:prstGeom>
        </p:spPr>
      </p:pic>
      <p:grpSp>
        <p:nvGrpSpPr>
          <p:cNvPr id="17" name="Groupe 16">
            <a:extLst>
              <a:ext uri="{FF2B5EF4-FFF2-40B4-BE49-F238E27FC236}">
                <a16:creationId xmlns:a16="http://schemas.microsoft.com/office/drawing/2014/main" id="{5DCECD10-4EFB-7F61-D760-8E7E1717269B}"/>
              </a:ext>
            </a:extLst>
          </p:cNvPr>
          <p:cNvGrpSpPr/>
          <p:nvPr userDrawn="1"/>
        </p:nvGrpSpPr>
        <p:grpSpPr>
          <a:xfrm>
            <a:off x="8621751" y="1028271"/>
            <a:ext cx="3722649" cy="88111"/>
            <a:chOff x="9100287" y="875871"/>
            <a:chExt cx="3722649" cy="88111"/>
          </a:xfrm>
        </p:grpSpPr>
        <p:cxnSp>
          <p:nvCxnSpPr>
            <p:cNvPr id="20" name="Connecteur droit 19">
              <a:extLst>
                <a:ext uri="{FF2B5EF4-FFF2-40B4-BE49-F238E27FC236}">
                  <a16:creationId xmlns:a16="http://schemas.microsoft.com/office/drawing/2014/main" id="{F473B181-71BE-0A27-1DE0-08C8D827389F}"/>
                </a:ext>
              </a:extLst>
            </p:cNvPr>
            <p:cNvCxnSpPr>
              <a:cxnSpLocks/>
            </p:cNvCxnSpPr>
            <p:nvPr/>
          </p:nvCxnSpPr>
          <p:spPr>
            <a:xfrm flipH="1">
              <a:off x="9505950" y="918733"/>
              <a:ext cx="3316986" cy="0"/>
            </a:xfrm>
            <a:prstGeom prst="line">
              <a:avLst/>
            </a:prstGeom>
            <a:ln w="57150" cap="rnd">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Organigramme : Connecteur 25">
              <a:extLst>
                <a:ext uri="{FF2B5EF4-FFF2-40B4-BE49-F238E27FC236}">
                  <a16:creationId xmlns:a16="http://schemas.microsoft.com/office/drawing/2014/main" id="{0CF46F3E-6C03-C671-81BE-20FB28853D79}"/>
                </a:ext>
              </a:extLst>
            </p:cNvPr>
            <p:cNvSpPr/>
            <p:nvPr/>
          </p:nvSpPr>
          <p:spPr>
            <a:xfrm flipH="1">
              <a:off x="9100287" y="875871"/>
              <a:ext cx="85725" cy="8572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Organigramme : Connecteur 26">
              <a:extLst>
                <a:ext uri="{FF2B5EF4-FFF2-40B4-BE49-F238E27FC236}">
                  <a16:creationId xmlns:a16="http://schemas.microsoft.com/office/drawing/2014/main" id="{9309FAC8-AD55-F647-5F6C-981FAAE9313D}"/>
                </a:ext>
              </a:extLst>
            </p:cNvPr>
            <p:cNvSpPr/>
            <p:nvPr/>
          </p:nvSpPr>
          <p:spPr>
            <a:xfrm flipH="1">
              <a:off x="9299030" y="878257"/>
              <a:ext cx="85725" cy="8572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4" name="Image 3" descr="Une image contenant texte, Police, Graphique, logo&#10;&#10;Le contenu généré par l’IA peut être incorrect.">
            <a:extLst>
              <a:ext uri="{FF2B5EF4-FFF2-40B4-BE49-F238E27FC236}">
                <a16:creationId xmlns:a16="http://schemas.microsoft.com/office/drawing/2014/main" id="{9B378FA9-CF5C-0BBF-1CD0-2E7D535450D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027414" y="487115"/>
            <a:ext cx="1431097" cy="401856"/>
          </a:xfrm>
          <a:prstGeom prst="rect">
            <a:avLst/>
          </a:prstGeom>
        </p:spPr>
      </p:pic>
      <p:sp>
        <p:nvSpPr>
          <p:cNvPr id="5" name="ZoneTexte 4">
            <a:extLst>
              <a:ext uri="{FF2B5EF4-FFF2-40B4-BE49-F238E27FC236}">
                <a16:creationId xmlns:a16="http://schemas.microsoft.com/office/drawing/2014/main" id="{9AABD93B-7994-5920-D262-4C9E79D5C4B7}"/>
              </a:ext>
            </a:extLst>
          </p:cNvPr>
          <p:cNvSpPr txBox="1">
            <a:spLocks/>
          </p:cNvSpPr>
          <p:nvPr userDrawn="1"/>
        </p:nvSpPr>
        <p:spPr>
          <a:xfrm>
            <a:off x="508760" y="6070743"/>
            <a:ext cx="2105025" cy="369332"/>
          </a:xfrm>
          <a:prstGeom prst="rect">
            <a:avLst/>
          </a:prstGeom>
          <a:noFill/>
        </p:spPr>
        <p:txBody>
          <a:bodyPr wrap="square" rtlCol="0">
            <a:spAutoFit/>
          </a:bodyPr>
          <a:lstStyle/>
          <a:p>
            <a:r>
              <a:rPr lang="fr-FR">
                <a:solidFill>
                  <a:schemeClr val="bg1"/>
                </a:solidFill>
                <a:latin typeface="Montserrat ExtraBold" panose="00000900000000000000" pitchFamily="2" charset="0"/>
              </a:rPr>
              <a:t>fiteco</a:t>
            </a:r>
            <a:r>
              <a:rPr lang="fr-FR" sz="1100">
                <a:solidFill>
                  <a:schemeClr val="bg1"/>
                </a:solidFill>
                <a:latin typeface="Montserrat Light" panose="00000400000000000000" pitchFamily="2" charset="0"/>
              </a:rPr>
              <a:t>.com</a:t>
            </a:r>
          </a:p>
        </p:txBody>
      </p:sp>
    </p:spTree>
    <p:extLst>
      <p:ext uri="{BB962C8B-B14F-4D97-AF65-F5344CB8AC3E}">
        <p14:creationId xmlns:p14="http://schemas.microsoft.com/office/powerpoint/2010/main" val="3516094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Diapositive de présentation">
    <p:spTree>
      <p:nvGrpSpPr>
        <p:cNvPr id="1" name=""/>
        <p:cNvGrpSpPr/>
        <p:nvPr/>
      </p:nvGrpSpPr>
      <p:grpSpPr>
        <a:xfrm>
          <a:off x="0" y="0"/>
          <a:ext cx="0" cy="0"/>
          <a:chOff x="0" y="0"/>
          <a:chExt cx="0" cy="0"/>
        </a:xfrm>
      </p:grpSpPr>
      <p:sp>
        <p:nvSpPr>
          <p:cNvPr id="26" name="Espace réservé pour une image  24">
            <a:extLst>
              <a:ext uri="{FF2B5EF4-FFF2-40B4-BE49-F238E27FC236}">
                <a16:creationId xmlns:a16="http://schemas.microsoft.com/office/drawing/2014/main" id="{73AF4778-37CB-2526-ACD4-F07D045FE206}"/>
              </a:ext>
            </a:extLst>
          </p:cNvPr>
          <p:cNvSpPr>
            <a:spLocks noGrp="1"/>
          </p:cNvSpPr>
          <p:nvPr>
            <p:ph type="pic" sz="quarter" idx="10" hasCustomPrompt="1"/>
          </p:nvPr>
        </p:nvSpPr>
        <p:spPr>
          <a:xfrm>
            <a:off x="-3092433" y="-772224"/>
            <a:ext cx="8682728" cy="8702349"/>
          </a:xfrm>
          <a:prstGeom prst="ellipse">
            <a:avLst/>
          </a:prstGeom>
        </p:spPr>
        <p:txBody>
          <a:bodyPr>
            <a:normAutofit/>
          </a:bodyPr>
          <a:lstStyle>
            <a:lvl1pPr marL="0" indent="0" algn="ctr">
              <a:buNone/>
              <a:defRPr sz="2000">
                <a:latin typeface="Montserrat" pitchFamily="2" charset="0"/>
              </a:defRPr>
            </a:lvl1pPr>
          </a:lstStyle>
          <a:p>
            <a:r>
              <a:rPr lang="fr-FR"/>
              <a:t>                 </a:t>
            </a:r>
          </a:p>
          <a:p>
            <a:endParaRPr lang="fr-FR"/>
          </a:p>
          <a:p>
            <a:endParaRPr lang="fr-FR"/>
          </a:p>
          <a:p>
            <a:endParaRPr lang="fr-FR"/>
          </a:p>
          <a:p>
            <a:r>
              <a:rPr lang="fr-FR"/>
              <a:t>Insérer votre image ici</a:t>
            </a:r>
          </a:p>
          <a:p>
            <a:r>
              <a:rPr lang="fr-FR"/>
              <a:t>en cliquant sur l’icône</a:t>
            </a:r>
          </a:p>
        </p:txBody>
      </p:sp>
      <p:sp>
        <p:nvSpPr>
          <p:cNvPr id="21" name="Rectangle 20">
            <a:extLst>
              <a:ext uri="{FF2B5EF4-FFF2-40B4-BE49-F238E27FC236}">
                <a16:creationId xmlns:a16="http://schemas.microsoft.com/office/drawing/2014/main" id="{FD983831-6DC2-4ADF-AD82-75548046B4E3}"/>
              </a:ext>
            </a:extLst>
          </p:cNvPr>
          <p:cNvSpPr/>
          <p:nvPr userDrawn="1"/>
        </p:nvSpPr>
        <p:spPr>
          <a:xfrm>
            <a:off x="10817100" y="1229454"/>
            <a:ext cx="540000" cy="108000"/>
          </a:xfrm>
          <a:prstGeom prst="rect">
            <a:avLst/>
          </a:prstGeom>
          <a:solidFill>
            <a:srgbClr val="E400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32">
            <a:extLst>
              <a:ext uri="{FF2B5EF4-FFF2-40B4-BE49-F238E27FC236}">
                <a16:creationId xmlns:a16="http://schemas.microsoft.com/office/drawing/2014/main" id="{89378C95-53DC-39BB-8327-F01DB9C49412}"/>
              </a:ext>
            </a:extLst>
          </p:cNvPr>
          <p:cNvSpPr>
            <a:spLocks noGrp="1"/>
          </p:cNvSpPr>
          <p:nvPr>
            <p:ph type="body" sz="quarter" idx="11" hasCustomPrompt="1"/>
          </p:nvPr>
        </p:nvSpPr>
        <p:spPr>
          <a:xfrm>
            <a:off x="6264956" y="2955856"/>
            <a:ext cx="5218113" cy="1246188"/>
          </a:xfrm>
        </p:spPr>
        <p:txBody>
          <a:bodyPr>
            <a:noAutofit/>
          </a:bodyPr>
          <a:lstStyle>
            <a:lvl1pPr marL="0" indent="0" algn="r">
              <a:spcBef>
                <a:spcPts val="0"/>
              </a:spcBef>
              <a:buNone/>
              <a:defRPr sz="2500">
                <a:solidFill>
                  <a:srgbClr val="69C0B9"/>
                </a:solidFill>
                <a:latin typeface="Montserrat Bold" pitchFamily="2" charset="0"/>
              </a:defRPr>
            </a:lvl1pPr>
          </a:lstStyle>
          <a:p>
            <a:pPr lvl="0"/>
            <a:r>
              <a:rPr lang="fr-FR"/>
              <a:t>SECOND TITRE</a:t>
            </a:r>
          </a:p>
        </p:txBody>
      </p:sp>
      <p:sp>
        <p:nvSpPr>
          <p:cNvPr id="35" name="Titre 34">
            <a:extLst>
              <a:ext uri="{FF2B5EF4-FFF2-40B4-BE49-F238E27FC236}">
                <a16:creationId xmlns:a16="http://schemas.microsoft.com/office/drawing/2014/main" id="{5E4F9CD5-B585-2F57-37C7-0602D7EB9DA6}"/>
              </a:ext>
            </a:extLst>
          </p:cNvPr>
          <p:cNvSpPr>
            <a:spLocks noGrp="1"/>
          </p:cNvSpPr>
          <p:nvPr>
            <p:ph type="title" hasCustomPrompt="1"/>
          </p:nvPr>
        </p:nvSpPr>
        <p:spPr>
          <a:xfrm>
            <a:off x="6264956" y="1532041"/>
            <a:ext cx="5218113" cy="735501"/>
          </a:xfrm>
        </p:spPr>
        <p:txBody>
          <a:bodyPr anchor="t"/>
          <a:lstStyle>
            <a:lvl1pPr algn="r">
              <a:defRPr>
                <a:solidFill>
                  <a:srgbClr val="5E152C"/>
                </a:solidFill>
                <a:latin typeface="Montserrat Black" pitchFamily="2" charset="0"/>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r>
              <a:rPr lang="fr-FR"/>
              <a:t>VOTRE TITRE 1</a:t>
            </a:r>
            <a:br>
              <a:rPr lang="fr-FR"/>
            </a:br>
            <a:r>
              <a:rPr lang="fr-FR" sz="4400"/>
              <a:t>Suite du titre 1</a:t>
            </a:r>
            <a:br>
              <a:rPr lang="fr-FR"/>
            </a:br>
            <a:endParaRPr lang="fr-FR"/>
          </a:p>
        </p:txBody>
      </p:sp>
      <p:pic>
        <p:nvPicPr>
          <p:cNvPr id="4" name="Image 3" descr="Une image contenant symbole, cercle, logo, Graphique&#10;&#10;Le contenu généré par l’IA peut être incorrect.">
            <a:extLst>
              <a:ext uri="{FF2B5EF4-FFF2-40B4-BE49-F238E27FC236}">
                <a16:creationId xmlns:a16="http://schemas.microsoft.com/office/drawing/2014/main" id="{2619C01F-A87E-5DF4-62B0-6EFF678FC2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0015" y="589659"/>
            <a:ext cx="594169" cy="542502"/>
          </a:xfrm>
          <a:prstGeom prst="rect">
            <a:avLst/>
          </a:prstGeom>
        </p:spPr>
      </p:pic>
      <p:pic>
        <p:nvPicPr>
          <p:cNvPr id="2" name="Image 1">
            <a:extLst>
              <a:ext uri="{FF2B5EF4-FFF2-40B4-BE49-F238E27FC236}">
                <a16:creationId xmlns:a16="http://schemas.microsoft.com/office/drawing/2014/main" id="{2F0A4A40-5FB6-66CD-A4EC-6CFD1A074C2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156201" y="5931692"/>
            <a:ext cx="2163971" cy="612514"/>
          </a:xfrm>
          <a:prstGeom prst="rect">
            <a:avLst/>
          </a:prstGeom>
        </p:spPr>
      </p:pic>
      <p:pic>
        <p:nvPicPr>
          <p:cNvPr id="3" name="Graphique 1">
            <a:extLst>
              <a:ext uri="{FF2B5EF4-FFF2-40B4-BE49-F238E27FC236}">
                <a16:creationId xmlns:a16="http://schemas.microsoft.com/office/drawing/2014/main" id="{A8DA5064-5BE7-7023-4E6A-A651B4C6EC6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640374" y="5516884"/>
            <a:ext cx="716726" cy="997919"/>
          </a:xfrm>
          <a:prstGeom prst="rect">
            <a:avLst/>
          </a:prstGeom>
        </p:spPr>
      </p:pic>
    </p:spTree>
    <p:extLst>
      <p:ext uri="{BB962C8B-B14F-4D97-AF65-F5344CB8AC3E}">
        <p14:creationId xmlns:p14="http://schemas.microsoft.com/office/powerpoint/2010/main" val="40706394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ommair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3A972C9-A006-F43A-09A5-DAA0CFD91158}"/>
              </a:ext>
            </a:extLst>
          </p:cNvPr>
          <p:cNvSpPr/>
          <p:nvPr userDrawn="1"/>
        </p:nvSpPr>
        <p:spPr>
          <a:xfrm>
            <a:off x="6096000" y="0"/>
            <a:ext cx="6096000" cy="6858000"/>
          </a:xfrm>
          <a:prstGeom prst="rect">
            <a:avLst/>
          </a:prstGeom>
          <a:solidFill>
            <a:srgbClr val="69C0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Picture 2" descr="Photo">
            <a:extLst>
              <a:ext uri="{FF2B5EF4-FFF2-40B4-BE49-F238E27FC236}">
                <a16:creationId xmlns:a16="http://schemas.microsoft.com/office/drawing/2014/main" id="{D81A0B50-6C89-FC5C-EF96-414738B5E469}"/>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4993" t="-217" r="669" b="1305"/>
          <a:stretch/>
        </p:blipFill>
        <p:spPr bwMode="auto">
          <a:xfrm>
            <a:off x="6697354" y="2214369"/>
            <a:ext cx="2421819" cy="2436595"/>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 13" descr="Une image contenant personne, intérieur, habits, mur&#10;&#10;Description générée automatiquement">
            <a:extLst>
              <a:ext uri="{FF2B5EF4-FFF2-40B4-BE49-F238E27FC236}">
                <a16:creationId xmlns:a16="http://schemas.microsoft.com/office/drawing/2014/main" id="{E787697E-6049-2947-25E8-B614CC4B1757}"/>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 t="8110" r="9326" b="20431"/>
          <a:stretch/>
        </p:blipFill>
        <p:spPr>
          <a:xfrm>
            <a:off x="9192197" y="2232657"/>
            <a:ext cx="2429773" cy="2418308"/>
          </a:xfrm>
          <a:prstGeom prst="rect">
            <a:avLst/>
          </a:prstGeom>
        </p:spPr>
      </p:pic>
      <p:pic>
        <p:nvPicPr>
          <p:cNvPr id="18" name="Image 17">
            <a:extLst>
              <a:ext uri="{FF2B5EF4-FFF2-40B4-BE49-F238E27FC236}">
                <a16:creationId xmlns:a16="http://schemas.microsoft.com/office/drawing/2014/main" id="{3BC539C4-3DD0-C9BF-B04C-ADE4BBA7DCF3}"/>
              </a:ext>
            </a:extLst>
          </p:cNvPr>
          <p:cNvPicPr>
            <a:picLocks noChangeAspect="1"/>
          </p:cNvPicPr>
          <p:nvPr userDrawn="1"/>
        </p:nvPicPr>
        <p:blipFill rotWithShape="1">
          <a:blip r:embed="rId4">
            <a:alphaModFix amt="50000"/>
            <a:extLst>
              <a:ext uri="{28A0092B-C50C-407E-A947-70E740481C1C}">
                <a14:useLocalDpi xmlns:a14="http://schemas.microsoft.com/office/drawing/2010/main" val="0"/>
              </a:ext>
            </a:extLst>
          </a:blip>
          <a:srcRect l="13007" t="24415" r="13463" b="25385"/>
          <a:stretch/>
        </p:blipFill>
        <p:spPr>
          <a:xfrm>
            <a:off x="4931615" y="3871653"/>
            <a:ext cx="5365586" cy="3663107"/>
          </a:xfrm>
          <a:prstGeom prst="rect">
            <a:avLst/>
          </a:prstGeom>
        </p:spPr>
      </p:pic>
      <p:sp>
        <p:nvSpPr>
          <p:cNvPr id="19" name="ZoneTexte 7">
            <a:extLst>
              <a:ext uri="{FF2B5EF4-FFF2-40B4-BE49-F238E27FC236}">
                <a16:creationId xmlns:a16="http://schemas.microsoft.com/office/drawing/2014/main" id="{35A683A4-42F1-4257-08FE-762096292422}"/>
              </a:ext>
            </a:extLst>
          </p:cNvPr>
          <p:cNvSpPr txBox="1"/>
          <p:nvPr userDrawn="1"/>
        </p:nvSpPr>
        <p:spPr>
          <a:xfrm>
            <a:off x="568045" y="639402"/>
            <a:ext cx="3057639" cy="700000"/>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cap="all">
                <a:solidFill>
                  <a:srgbClr val="5E152C"/>
                </a:solidFill>
                <a:latin typeface="Montserrat Light" pitchFamily="2" charset="0"/>
              </a:rPr>
              <a:t>SOMMAIRE</a:t>
            </a:r>
            <a:endParaRPr lang="fr-FR" sz="3500" b="1" cap="all">
              <a:solidFill>
                <a:srgbClr val="5E152C"/>
              </a:solidFill>
              <a:latin typeface="Montserrat Black" panose="00000A00000000000000" pitchFamily="2" charset="0"/>
            </a:endParaRPr>
          </a:p>
        </p:txBody>
      </p:sp>
      <p:grpSp>
        <p:nvGrpSpPr>
          <p:cNvPr id="20" name="Groupe 19">
            <a:extLst>
              <a:ext uri="{FF2B5EF4-FFF2-40B4-BE49-F238E27FC236}">
                <a16:creationId xmlns:a16="http://schemas.microsoft.com/office/drawing/2014/main" id="{55BCC809-2A47-11CD-3034-E5B74103F545}"/>
              </a:ext>
            </a:extLst>
          </p:cNvPr>
          <p:cNvGrpSpPr/>
          <p:nvPr userDrawn="1"/>
        </p:nvGrpSpPr>
        <p:grpSpPr>
          <a:xfrm>
            <a:off x="0" y="1523661"/>
            <a:ext cx="4283654" cy="171450"/>
            <a:chOff x="0" y="1685925"/>
            <a:chExt cx="4283654" cy="171450"/>
          </a:xfrm>
          <a:solidFill>
            <a:srgbClr val="9A9F85"/>
          </a:solidFill>
        </p:grpSpPr>
        <p:cxnSp>
          <p:nvCxnSpPr>
            <p:cNvPr id="21" name="Connecteur droit 20">
              <a:extLst>
                <a:ext uri="{FF2B5EF4-FFF2-40B4-BE49-F238E27FC236}">
                  <a16:creationId xmlns:a16="http://schemas.microsoft.com/office/drawing/2014/main" id="{1C840878-9452-2765-EABC-2B5E92FB502D}"/>
                </a:ext>
              </a:extLst>
            </p:cNvPr>
            <p:cNvCxnSpPr>
              <a:cxnSpLocks/>
            </p:cNvCxnSpPr>
            <p:nvPr/>
          </p:nvCxnSpPr>
          <p:spPr>
            <a:xfrm>
              <a:off x="0" y="1771650"/>
              <a:ext cx="3426832" cy="0"/>
            </a:xfrm>
            <a:prstGeom prst="line">
              <a:avLst/>
            </a:prstGeom>
            <a:grpFill/>
            <a:ln w="57150" cap="rnd">
              <a:solidFill>
                <a:srgbClr val="69C0B9"/>
              </a:solidFill>
            </a:ln>
          </p:spPr>
          <p:style>
            <a:lnRef idx="2">
              <a:schemeClr val="accent1"/>
            </a:lnRef>
            <a:fillRef idx="0">
              <a:schemeClr val="accent1"/>
            </a:fillRef>
            <a:effectRef idx="1">
              <a:schemeClr val="accent1"/>
            </a:effectRef>
            <a:fontRef idx="minor">
              <a:schemeClr val="tx1"/>
            </a:fontRef>
          </p:style>
        </p:cxnSp>
        <p:sp>
          <p:nvSpPr>
            <p:cNvPr id="22" name="Organigramme : Connecteur 21">
              <a:extLst>
                <a:ext uri="{FF2B5EF4-FFF2-40B4-BE49-F238E27FC236}">
                  <a16:creationId xmlns:a16="http://schemas.microsoft.com/office/drawing/2014/main" id="{0CC7447E-6CF4-6342-2B47-2C2FEC55E154}"/>
                </a:ext>
              </a:extLst>
            </p:cNvPr>
            <p:cNvSpPr/>
            <p:nvPr/>
          </p:nvSpPr>
          <p:spPr>
            <a:xfrm>
              <a:off x="3625684" y="1685925"/>
              <a:ext cx="171450" cy="171450"/>
            </a:xfrm>
            <a:prstGeom prst="flowChartConnector">
              <a:avLst/>
            </a:prstGeom>
            <a:solidFill>
              <a:srgbClr val="69C0B9"/>
            </a:solid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sp>
          <p:nvSpPr>
            <p:cNvPr id="23" name="Organigramme : Connecteur 22">
              <a:extLst>
                <a:ext uri="{FF2B5EF4-FFF2-40B4-BE49-F238E27FC236}">
                  <a16:creationId xmlns:a16="http://schemas.microsoft.com/office/drawing/2014/main" id="{0701A8DA-96B0-82DD-FA3A-C375AF62E491}"/>
                </a:ext>
              </a:extLst>
            </p:cNvPr>
            <p:cNvSpPr/>
            <p:nvPr/>
          </p:nvSpPr>
          <p:spPr>
            <a:xfrm>
              <a:off x="4112204" y="1685925"/>
              <a:ext cx="171450" cy="171450"/>
            </a:xfrm>
            <a:prstGeom prst="flowChartConnector">
              <a:avLst/>
            </a:prstGeom>
            <a:solidFill>
              <a:srgbClr val="69C0B9"/>
            </a:solid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grpSp>
      <p:sp>
        <p:nvSpPr>
          <p:cNvPr id="27" name="Espace réservé du texte 26">
            <a:extLst>
              <a:ext uri="{FF2B5EF4-FFF2-40B4-BE49-F238E27FC236}">
                <a16:creationId xmlns:a16="http://schemas.microsoft.com/office/drawing/2014/main" id="{DB2BCACB-86B7-2B4D-28EE-E94B48AC2107}"/>
              </a:ext>
            </a:extLst>
          </p:cNvPr>
          <p:cNvSpPr>
            <a:spLocks noGrp="1"/>
          </p:cNvSpPr>
          <p:nvPr>
            <p:ph type="body" sz="quarter" idx="10" hasCustomPrompt="1"/>
          </p:nvPr>
        </p:nvSpPr>
        <p:spPr>
          <a:xfrm>
            <a:off x="568044" y="2265767"/>
            <a:ext cx="5248293" cy="3663106"/>
          </a:xfrm>
        </p:spPr>
        <p:txBody>
          <a:bodyPr>
            <a:normAutofit/>
          </a:bodyPr>
          <a:lstStyle>
            <a:lvl1pPr marL="0" indent="0">
              <a:buNone/>
              <a:defRPr sz="1500">
                <a:solidFill>
                  <a:srgbClr val="5D152C"/>
                </a:solidFill>
                <a:latin typeface="Montserrat Light" pitchFamily="2" charset="0"/>
              </a:defRPr>
            </a:lvl1pPr>
          </a:lstStyle>
          <a:p>
            <a:pPr lvl="0"/>
            <a:r>
              <a:rPr lang="fr-FR" sz="1500">
                <a:latin typeface="Montserrat Light" pitchFamily="2" charset="0"/>
              </a:rPr>
              <a:t>Votre contenu ici</a:t>
            </a:r>
            <a:endParaRPr lang="fr-FR"/>
          </a:p>
        </p:txBody>
      </p:sp>
      <p:grpSp>
        <p:nvGrpSpPr>
          <p:cNvPr id="4" name="Groupe 3">
            <a:extLst>
              <a:ext uri="{FF2B5EF4-FFF2-40B4-BE49-F238E27FC236}">
                <a16:creationId xmlns:a16="http://schemas.microsoft.com/office/drawing/2014/main" id="{43BBA478-8421-68CB-0E1F-90302991937D}"/>
              </a:ext>
            </a:extLst>
          </p:cNvPr>
          <p:cNvGrpSpPr/>
          <p:nvPr userDrawn="1"/>
        </p:nvGrpSpPr>
        <p:grpSpPr>
          <a:xfrm>
            <a:off x="8621751" y="1028271"/>
            <a:ext cx="3722649" cy="88111"/>
            <a:chOff x="9100287" y="875871"/>
            <a:chExt cx="3722649" cy="88111"/>
          </a:xfrm>
        </p:grpSpPr>
        <p:cxnSp>
          <p:nvCxnSpPr>
            <p:cNvPr id="6" name="Connecteur droit 5">
              <a:extLst>
                <a:ext uri="{FF2B5EF4-FFF2-40B4-BE49-F238E27FC236}">
                  <a16:creationId xmlns:a16="http://schemas.microsoft.com/office/drawing/2014/main" id="{E17A04FB-281F-0EB0-6AD2-C8CEE0484533}"/>
                </a:ext>
              </a:extLst>
            </p:cNvPr>
            <p:cNvCxnSpPr>
              <a:cxnSpLocks/>
            </p:cNvCxnSpPr>
            <p:nvPr/>
          </p:nvCxnSpPr>
          <p:spPr>
            <a:xfrm flipH="1">
              <a:off x="9505950" y="918733"/>
              <a:ext cx="3316986" cy="0"/>
            </a:xfrm>
            <a:prstGeom prst="line">
              <a:avLst/>
            </a:prstGeom>
            <a:ln w="57150" cap="rnd">
              <a:solidFill>
                <a:schemeClr val="bg1"/>
              </a:solidFill>
            </a:ln>
          </p:spPr>
          <p:style>
            <a:lnRef idx="2">
              <a:schemeClr val="accent1"/>
            </a:lnRef>
            <a:fillRef idx="0">
              <a:schemeClr val="accent1"/>
            </a:fillRef>
            <a:effectRef idx="1">
              <a:schemeClr val="accent1"/>
            </a:effectRef>
            <a:fontRef idx="minor">
              <a:schemeClr val="tx1"/>
            </a:fontRef>
          </p:style>
        </p:cxnSp>
        <p:sp>
          <p:nvSpPr>
            <p:cNvPr id="8" name="Organigramme : Connecteur 7">
              <a:extLst>
                <a:ext uri="{FF2B5EF4-FFF2-40B4-BE49-F238E27FC236}">
                  <a16:creationId xmlns:a16="http://schemas.microsoft.com/office/drawing/2014/main" id="{F9004BFF-50D6-CC95-8270-56D79074200F}"/>
                </a:ext>
              </a:extLst>
            </p:cNvPr>
            <p:cNvSpPr/>
            <p:nvPr/>
          </p:nvSpPr>
          <p:spPr>
            <a:xfrm flipH="1">
              <a:off x="9100287" y="875871"/>
              <a:ext cx="85725" cy="8572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rganigramme : Connecteur 14">
              <a:extLst>
                <a:ext uri="{FF2B5EF4-FFF2-40B4-BE49-F238E27FC236}">
                  <a16:creationId xmlns:a16="http://schemas.microsoft.com/office/drawing/2014/main" id="{839FCB05-A3F0-4E4F-1DA9-87DF8B8B65DA}"/>
                </a:ext>
              </a:extLst>
            </p:cNvPr>
            <p:cNvSpPr/>
            <p:nvPr/>
          </p:nvSpPr>
          <p:spPr>
            <a:xfrm flipH="1">
              <a:off x="9299030" y="878257"/>
              <a:ext cx="85725" cy="8572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 name="ZoneTexte 1">
            <a:extLst>
              <a:ext uri="{FF2B5EF4-FFF2-40B4-BE49-F238E27FC236}">
                <a16:creationId xmlns:a16="http://schemas.microsoft.com/office/drawing/2014/main" id="{3B9EB14D-34C8-05E5-EBFE-66C70E76532B}"/>
              </a:ext>
            </a:extLst>
          </p:cNvPr>
          <p:cNvSpPr txBox="1">
            <a:spLocks/>
          </p:cNvSpPr>
          <p:nvPr userDrawn="1"/>
        </p:nvSpPr>
        <p:spPr>
          <a:xfrm>
            <a:off x="-290873" y="6206452"/>
            <a:ext cx="2105025" cy="369332"/>
          </a:xfrm>
          <a:prstGeom prst="rect">
            <a:avLst/>
          </a:prstGeom>
          <a:noFill/>
        </p:spPr>
        <p:txBody>
          <a:bodyPr wrap="square" rtlCol="0">
            <a:spAutoFit/>
          </a:bodyPr>
          <a:lstStyle/>
          <a:p>
            <a:pPr algn="r"/>
            <a:r>
              <a:rPr lang="fr-FR">
                <a:solidFill>
                  <a:srgbClr val="E4003A"/>
                </a:solidFill>
                <a:latin typeface="Montserrat ExtraBold" panose="00000900000000000000" pitchFamily="2" charset="0"/>
              </a:rPr>
              <a:t>fiteco</a:t>
            </a:r>
            <a:r>
              <a:rPr lang="fr-FR" sz="1100">
                <a:solidFill>
                  <a:srgbClr val="E4003A"/>
                </a:solidFill>
                <a:latin typeface="Montserrat Light" panose="00000400000000000000" pitchFamily="2" charset="0"/>
              </a:rPr>
              <a:t>.com</a:t>
            </a:r>
          </a:p>
        </p:txBody>
      </p:sp>
      <p:pic>
        <p:nvPicPr>
          <p:cNvPr id="7" name="Image 6" descr="Une image contenant texte, Police, Graphique, logo&#10;&#10;Le contenu généré par l’IA peut être incorrect.">
            <a:extLst>
              <a:ext uri="{FF2B5EF4-FFF2-40B4-BE49-F238E27FC236}">
                <a16:creationId xmlns:a16="http://schemas.microsoft.com/office/drawing/2014/main" id="{050BF2BE-FEF8-554D-BA8B-D642D5B9FED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027414" y="487115"/>
            <a:ext cx="1431097" cy="401856"/>
          </a:xfrm>
          <a:prstGeom prst="rect">
            <a:avLst/>
          </a:prstGeom>
        </p:spPr>
      </p:pic>
    </p:spTree>
    <p:extLst>
      <p:ext uri="{BB962C8B-B14F-4D97-AF65-F5344CB8AC3E}">
        <p14:creationId xmlns:p14="http://schemas.microsoft.com/office/powerpoint/2010/main" val="35399748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Disposition personnalisée">
    <p:spTree>
      <p:nvGrpSpPr>
        <p:cNvPr id="1" name=""/>
        <p:cNvGrpSpPr/>
        <p:nvPr/>
      </p:nvGrpSpPr>
      <p:grpSpPr>
        <a:xfrm>
          <a:off x="0" y="0"/>
          <a:ext cx="0" cy="0"/>
          <a:chOff x="0" y="0"/>
          <a:chExt cx="0" cy="0"/>
        </a:xfrm>
      </p:grpSpPr>
      <p:pic>
        <p:nvPicPr>
          <p:cNvPr id="11" name="Image 10" descr="Une image contenant cercle, capture d’écran, Graphique, obscurité&#10;&#10;Description générée automatiquement">
            <a:extLst>
              <a:ext uri="{FF2B5EF4-FFF2-40B4-BE49-F238E27FC236}">
                <a16:creationId xmlns:a16="http://schemas.microsoft.com/office/drawing/2014/main" id="{A29608FB-5E76-5126-4A35-92EC6E040C98}"/>
              </a:ext>
            </a:extLst>
          </p:cNvPr>
          <p:cNvPicPr>
            <a:picLocks noChangeAspect="1"/>
          </p:cNvPicPr>
          <p:nvPr userDrawn="1"/>
        </p:nvPicPr>
        <p:blipFill>
          <a:blip r:embed="rId2">
            <a:extLst>
              <a:ext uri="{28A0092B-C50C-407E-A947-70E740481C1C}">
                <a14:useLocalDpi xmlns:a14="http://schemas.microsoft.com/office/drawing/2010/main" val="0"/>
              </a:ext>
            </a:extLst>
          </a:blip>
          <a:srcRect t="21111"/>
          <a:stretch/>
        </p:blipFill>
        <p:spPr>
          <a:xfrm>
            <a:off x="7751753" y="1360954"/>
            <a:ext cx="6422149" cy="3926625"/>
          </a:xfrm>
          <a:prstGeom prst="rect">
            <a:avLst/>
          </a:prstGeom>
        </p:spPr>
      </p:pic>
      <p:sp>
        <p:nvSpPr>
          <p:cNvPr id="4" name="ZoneTexte 3">
            <a:extLst>
              <a:ext uri="{FF2B5EF4-FFF2-40B4-BE49-F238E27FC236}">
                <a16:creationId xmlns:a16="http://schemas.microsoft.com/office/drawing/2014/main" id="{2A2E89C9-4A56-CBEA-22D9-7419510463D7}"/>
              </a:ext>
            </a:extLst>
          </p:cNvPr>
          <p:cNvSpPr txBox="1">
            <a:spLocks/>
          </p:cNvSpPr>
          <p:nvPr userDrawn="1"/>
        </p:nvSpPr>
        <p:spPr>
          <a:xfrm>
            <a:off x="9481184" y="6237949"/>
            <a:ext cx="2105025" cy="369332"/>
          </a:xfrm>
          <a:prstGeom prst="rect">
            <a:avLst/>
          </a:prstGeom>
          <a:noFill/>
        </p:spPr>
        <p:txBody>
          <a:bodyPr wrap="square" rtlCol="0">
            <a:spAutoFit/>
          </a:bodyPr>
          <a:lstStyle/>
          <a:p>
            <a:pPr algn="r"/>
            <a:r>
              <a:rPr lang="fr-FR">
                <a:solidFill>
                  <a:srgbClr val="E4003A"/>
                </a:solidFill>
                <a:latin typeface="Montserrat ExtraBold" panose="00000900000000000000" pitchFamily="2" charset="0"/>
              </a:rPr>
              <a:t>fiteco</a:t>
            </a:r>
            <a:r>
              <a:rPr lang="fr-FR" sz="1100">
                <a:solidFill>
                  <a:srgbClr val="E4003A"/>
                </a:solidFill>
                <a:latin typeface="Montserrat Light" panose="00000400000000000000" pitchFamily="2" charset="0"/>
              </a:rPr>
              <a:t>.com</a:t>
            </a:r>
          </a:p>
        </p:txBody>
      </p:sp>
      <p:grpSp>
        <p:nvGrpSpPr>
          <p:cNvPr id="3" name="Groupe 2">
            <a:extLst>
              <a:ext uri="{FF2B5EF4-FFF2-40B4-BE49-F238E27FC236}">
                <a16:creationId xmlns:a16="http://schemas.microsoft.com/office/drawing/2014/main" id="{DCF1D76E-CDC2-0F6F-BF95-DC7385E98A56}"/>
              </a:ext>
            </a:extLst>
          </p:cNvPr>
          <p:cNvGrpSpPr/>
          <p:nvPr userDrawn="1"/>
        </p:nvGrpSpPr>
        <p:grpSpPr>
          <a:xfrm>
            <a:off x="0" y="1523661"/>
            <a:ext cx="4283654" cy="171450"/>
            <a:chOff x="0" y="1685925"/>
            <a:chExt cx="4283654" cy="171450"/>
          </a:xfrm>
          <a:solidFill>
            <a:srgbClr val="69C0B9"/>
          </a:solidFill>
        </p:grpSpPr>
        <p:cxnSp>
          <p:nvCxnSpPr>
            <p:cNvPr id="14" name="Connecteur droit 13">
              <a:extLst>
                <a:ext uri="{FF2B5EF4-FFF2-40B4-BE49-F238E27FC236}">
                  <a16:creationId xmlns:a16="http://schemas.microsoft.com/office/drawing/2014/main" id="{46CA8582-6BC4-9DBD-A888-913E94346AE9}"/>
                </a:ext>
              </a:extLst>
            </p:cNvPr>
            <p:cNvCxnSpPr>
              <a:cxnSpLocks/>
            </p:cNvCxnSpPr>
            <p:nvPr/>
          </p:nvCxnSpPr>
          <p:spPr>
            <a:xfrm>
              <a:off x="0" y="1771650"/>
              <a:ext cx="3426832" cy="0"/>
            </a:xfrm>
            <a:prstGeom prst="line">
              <a:avLst/>
            </a:prstGeom>
            <a:grpFill/>
            <a:ln w="57150" cap="rnd">
              <a:solidFill>
                <a:srgbClr val="69C0B9"/>
              </a:solidFill>
            </a:ln>
          </p:spPr>
          <p:style>
            <a:lnRef idx="2">
              <a:schemeClr val="accent1"/>
            </a:lnRef>
            <a:fillRef idx="0">
              <a:schemeClr val="accent1"/>
            </a:fillRef>
            <a:effectRef idx="1">
              <a:schemeClr val="accent1"/>
            </a:effectRef>
            <a:fontRef idx="minor">
              <a:schemeClr val="tx1"/>
            </a:fontRef>
          </p:style>
        </p:cxnSp>
        <p:sp>
          <p:nvSpPr>
            <p:cNvPr id="15" name="Organigramme : Connecteur 14">
              <a:extLst>
                <a:ext uri="{FF2B5EF4-FFF2-40B4-BE49-F238E27FC236}">
                  <a16:creationId xmlns:a16="http://schemas.microsoft.com/office/drawing/2014/main" id="{30092AFC-E582-4548-1A21-98E894913BBA}"/>
                </a:ext>
              </a:extLst>
            </p:cNvPr>
            <p:cNvSpPr/>
            <p:nvPr/>
          </p:nvSpPr>
          <p:spPr>
            <a:xfrm>
              <a:off x="3625684" y="1685925"/>
              <a:ext cx="171450" cy="171450"/>
            </a:xfrm>
            <a:prstGeom prst="flowChartConnector">
              <a:avLst/>
            </a:prstGeom>
            <a:grp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sp>
          <p:nvSpPr>
            <p:cNvPr id="16" name="Organigramme : Connecteur 15">
              <a:extLst>
                <a:ext uri="{FF2B5EF4-FFF2-40B4-BE49-F238E27FC236}">
                  <a16:creationId xmlns:a16="http://schemas.microsoft.com/office/drawing/2014/main" id="{876A0DE3-CE13-9602-9304-FCA881085D22}"/>
                </a:ext>
              </a:extLst>
            </p:cNvPr>
            <p:cNvSpPr/>
            <p:nvPr/>
          </p:nvSpPr>
          <p:spPr>
            <a:xfrm>
              <a:off x="4112204" y="1685925"/>
              <a:ext cx="171450" cy="171450"/>
            </a:xfrm>
            <a:prstGeom prst="flowChartConnector">
              <a:avLst/>
            </a:prstGeom>
            <a:grp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grpSp>
      <p:grpSp>
        <p:nvGrpSpPr>
          <p:cNvPr id="17" name="Groupe 16">
            <a:extLst>
              <a:ext uri="{FF2B5EF4-FFF2-40B4-BE49-F238E27FC236}">
                <a16:creationId xmlns:a16="http://schemas.microsoft.com/office/drawing/2014/main" id="{DCA862FC-C916-7529-0F18-690BED1A53B0}"/>
              </a:ext>
            </a:extLst>
          </p:cNvPr>
          <p:cNvGrpSpPr/>
          <p:nvPr userDrawn="1"/>
        </p:nvGrpSpPr>
        <p:grpSpPr>
          <a:xfrm>
            <a:off x="8469351" y="307663"/>
            <a:ext cx="3722649" cy="663478"/>
            <a:chOff x="9100287" y="300504"/>
            <a:chExt cx="3722649" cy="663478"/>
          </a:xfrm>
        </p:grpSpPr>
        <p:pic>
          <p:nvPicPr>
            <p:cNvPr id="18" name="Image 17" descr="Une image contenant texte, clipart&#10;&#10;Description générée automatiquement">
              <a:extLst>
                <a:ext uri="{FF2B5EF4-FFF2-40B4-BE49-F238E27FC236}">
                  <a16:creationId xmlns:a16="http://schemas.microsoft.com/office/drawing/2014/main" id="{26242A37-D714-887F-8449-1C0286B83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5950" y="300504"/>
              <a:ext cx="1386474" cy="390319"/>
            </a:xfrm>
            <a:prstGeom prst="rect">
              <a:avLst/>
            </a:prstGeom>
          </p:spPr>
        </p:pic>
        <p:cxnSp>
          <p:nvCxnSpPr>
            <p:cNvPr id="19" name="Connecteur droit 18">
              <a:extLst>
                <a:ext uri="{FF2B5EF4-FFF2-40B4-BE49-F238E27FC236}">
                  <a16:creationId xmlns:a16="http://schemas.microsoft.com/office/drawing/2014/main" id="{448A7BBD-954C-E0A5-DEAA-811E21DB7D6F}"/>
                </a:ext>
              </a:extLst>
            </p:cNvPr>
            <p:cNvCxnSpPr>
              <a:cxnSpLocks/>
            </p:cNvCxnSpPr>
            <p:nvPr/>
          </p:nvCxnSpPr>
          <p:spPr>
            <a:xfrm flipH="1">
              <a:off x="9505950" y="918733"/>
              <a:ext cx="3316986" cy="0"/>
            </a:xfrm>
            <a:prstGeom prst="line">
              <a:avLst/>
            </a:prstGeom>
            <a:solidFill>
              <a:srgbClr val="9A9F85"/>
            </a:solidFill>
            <a:ln w="57150" cap="rnd">
              <a:solidFill>
                <a:srgbClr val="69C0B9"/>
              </a:solidFill>
            </a:ln>
          </p:spPr>
          <p:style>
            <a:lnRef idx="2">
              <a:schemeClr val="accent1"/>
            </a:lnRef>
            <a:fillRef idx="0">
              <a:schemeClr val="accent1"/>
            </a:fillRef>
            <a:effectRef idx="1">
              <a:schemeClr val="accent1"/>
            </a:effectRef>
            <a:fontRef idx="minor">
              <a:schemeClr val="tx1"/>
            </a:fontRef>
          </p:style>
        </p:cxnSp>
        <p:sp>
          <p:nvSpPr>
            <p:cNvPr id="20" name="Organigramme : Connecteur 19">
              <a:extLst>
                <a:ext uri="{FF2B5EF4-FFF2-40B4-BE49-F238E27FC236}">
                  <a16:creationId xmlns:a16="http://schemas.microsoft.com/office/drawing/2014/main" id="{A8C37E28-FF03-6F2F-1C3B-2FFAE97B76F0}"/>
                </a:ext>
              </a:extLst>
            </p:cNvPr>
            <p:cNvSpPr/>
            <p:nvPr/>
          </p:nvSpPr>
          <p:spPr>
            <a:xfrm flipH="1">
              <a:off x="9100287" y="875871"/>
              <a:ext cx="85725" cy="85725"/>
            </a:xfrm>
            <a:prstGeom prst="flowChartConnector">
              <a:avLst/>
            </a:prstGeom>
            <a:solidFill>
              <a:srgbClr val="69C0B9"/>
            </a:solid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Organigramme : Connecteur 20">
              <a:extLst>
                <a:ext uri="{FF2B5EF4-FFF2-40B4-BE49-F238E27FC236}">
                  <a16:creationId xmlns:a16="http://schemas.microsoft.com/office/drawing/2014/main" id="{2A89A844-3E7A-4747-0D9D-407C62A09772}"/>
                </a:ext>
              </a:extLst>
            </p:cNvPr>
            <p:cNvSpPr/>
            <p:nvPr/>
          </p:nvSpPr>
          <p:spPr>
            <a:xfrm flipH="1">
              <a:off x="9299030" y="878257"/>
              <a:ext cx="85725" cy="85725"/>
            </a:xfrm>
            <a:prstGeom prst="flowChartConnector">
              <a:avLst/>
            </a:prstGeom>
            <a:solidFill>
              <a:srgbClr val="69C0B9"/>
            </a:solid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219657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Disposition personnalisée">
    <p:spTree>
      <p:nvGrpSpPr>
        <p:cNvPr id="1" name=""/>
        <p:cNvGrpSpPr/>
        <p:nvPr/>
      </p:nvGrpSpPr>
      <p:grpSpPr>
        <a:xfrm>
          <a:off x="0" y="0"/>
          <a:ext cx="0" cy="0"/>
          <a:chOff x="0" y="0"/>
          <a:chExt cx="0" cy="0"/>
        </a:xfrm>
      </p:grpSpPr>
      <p:pic>
        <p:nvPicPr>
          <p:cNvPr id="3" name="Image 2" descr="Une image contenant Police, Graphique, typographie, graphisme&#10;&#10;Le contenu généré par l’IA peut être incorrect.">
            <a:extLst>
              <a:ext uri="{FF2B5EF4-FFF2-40B4-BE49-F238E27FC236}">
                <a16:creationId xmlns:a16="http://schemas.microsoft.com/office/drawing/2014/main" id="{5286CD49-BDEE-5860-A8C5-6AA1E2A157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33243" y="6201642"/>
            <a:ext cx="1542291" cy="313945"/>
          </a:xfrm>
          <a:prstGeom prst="rect">
            <a:avLst/>
          </a:prstGeom>
        </p:spPr>
      </p:pic>
      <p:grpSp>
        <p:nvGrpSpPr>
          <p:cNvPr id="12" name="Groupe 11">
            <a:extLst>
              <a:ext uri="{FF2B5EF4-FFF2-40B4-BE49-F238E27FC236}">
                <a16:creationId xmlns:a16="http://schemas.microsoft.com/office/drawing/2014/main" id="{6BFB3121-98A2-5801-1EE5-F0CA69918F1D}"/>
              </a:ext>
            </a:extLst>
          </p:cNvPr>
          <p:cNvGrpSpPr/>
          <p:nvPr userDrawn="1"/>
        </p:nvGrpSpPr>
        <p:grpSpPr>
          <a:xfrm rot="16200000">
            <a:off x="-3412848" y="3343275"/>
            <a:ext cx="6858000" cy="171450"/>
            <a:chOff x="-2574346" y="1685925"/>
            <a:chExt cx="6858000" cy="171450"/>
          </a:xfrm>
          <a:solidFill>
            <a:srgbClr val="6ABEB8"/>
          </a:solidFill>
        </p:grpSpPr>
        <p:cxnSp>
          <p:nvCxnSpPr>
            <p:cNvPr id="13" name="Connecteur droit 12">
              <a:extLst>
                <a:ext uri="{FF2B5EF4-FFF2-40B4-BE49-F238E27FC236}">
                  <a16:creationId xmlns:a16="http://schemas.microsoft.com/office/drawing/2014/main" id="{C86A3234-3D74-F6E3-7C91-9FA873A94C90}"/>
                </a:ext>
              </a:extLst>
            </p:cNvPr>
            <p:cNvCxnSpPr>
              <a:cxnSpLocks/>
            </p:cNvCxnSpPr>
            <p:nvPr/>
          </p:nvCxnSpPr>
          <p:spPr>
            <a:xfrm rot="5400000" flipV="1">
              <a:off x="426243" y="-1228939"/>
              <a:ext cx="0" cy="6001178"/>
            </a:xfrm>
            <a:prstGeom prst="line">
              <a:avLst/>
            </a:prstGeom>
            <a:grpFill/>
            <a:ln w="57150" cap="rnd">
              <a:solidFill>
                <a:srgbClr val="6ABEB8"/>
              </a:solidFill>
            </a:ln>
          </p:spPr>
          <p:style>
            <a:lnRef idx="2">
              <a:schemeClr val="accent1"/>
            </a:lnRef>
            <a:fillRef idx="0">
              <a:schemeClr val="accent1"/>
            </a:fillRef>
            <a:effectRef idx="1">
              <a:schemeClr val="accent1"/>
            </a:effectRef>
            <a:fontRef idx="minor">
              <a:schemeClr val="tx1"/>
            </a:fontRef>
          </p:style>
        </p:cxnSp>
        <p:sp>
          <p:nvSpPr>
            <p:cNvPr id="14" name="Organigramme : Connecteur 13">
              <a:extLst>
                <a:ext uri="{FF2B5EF4-FFF2-40B4-BE49-F238E27FC236}">
                  <a16:creationId xmlns:a16="http://schemas.microsoft.com/office/drawing/2014/main" id="{4560043B-C775-9F54-4614-F66A86B678A4}"/>
                </a:ext>
              </a:extLst>
            </p:cNvPr>
            <p:cNvSpPr/>
            <p:nvPr/>
          </p:nvSpPr>
          <p:spPr>
            <a:xfrm>
              <a:off x="3625684" y="1685925"/>
              <a:ext cx="171450" cy="171450"/>
            </a:xfrm>
            <a:prstGeom prst="flowChartConnector">
              <a:avLst/>
            </a:prstGeom>
            <a:grpFill/>
            <a:ln>
              <a:solidFill>
                <a:srgbClr val="6ABE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sp>
          <p:nvSpPr>
            <p:cNvPr id="15" name="Organigramme : Connecteur 14">
              <a:extLst>
                <a:ext uri="{FF2B5EF4-FFF2-40B4-BE49-F238E27FC236}">
                  <a16:creationId xmlns:a16="http://schemas.microsoft.com/office/drawing/2014/main" id="{CBCCC97C-73F2-52BF-CE1B-01C29378F703}"/>
                </a:ext>
              </a:extLst>
            </p:cNvPr>
            <p:cNvSpPr/>
            <p:nvPr/>
          </p:nvSpPr>
          <p:spPr>
            <a:xfrm>
              <a:off x="4112204" y="1685925"/>
              <a:ext cx="171450" cy="171450"/>
            </a:xfrm>
            <a:prstGeom prst="flowChartConnector">
              <a:avLst/>
            </a:prstGeom>
            <a:grpFill/>
            <a:ln>
              <a:solidFill>
                <a:srgbClr val="6ABE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grpSp>
      <p:sp>
        <p:nvSpPr>
          <p:cNvPr id="18" name="Espace réservé du contenu 17">
            <a:extLst>
              <a:ext uri="{FF2B5EF4-FFF2-40B4-BE49-F238E27FC236}">
                <a16:creationId xmlns:a16="http://schemas.microsoft.com/office/drawing/2014/main" id="{3A725A9C-FF97-B17D-1279-1B9BA3917151}"/>
              </a:ext>
            </a:extLst>
          </p:cNvPr>
          <p:cNvSpPr>
            <a:spLocks noGrp="1"/>
          </p:cNvSpPr>
          <p:nvPr userDrawn="1">
            <p:ph sz="quarter" idx="10" hasCustomPrompt="1"/>
          </p:nvPr>
        </p:nvSpPr>
        <p:spPr>
          <a:xfrm>
            <a:off x="8640802" y="2281238"/>
            <a:ext cx="2692361" cy="3103562"/>
          </a:xfrm>
        </p:spPr>
        <p:txBody>
          <a:bodyPr>
            <a:normAutofit/>
          </a:bodyPr>
          <a:lstStyle>
            <a:lvl1pPr marL="0" indent="0" algn="r">
              <a:buNone/>
              <a:defRPr sz="1400">
                <a:solidFill>
                  <a:srgbClr val="5D152C"/>
                </a:solidFill>
                <a:latin typeface="Montserrat" pitchFamily="2" charset="0"/>
              </a:defRPr>
            </a:lvl1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Votre texte ici Votre texte ici Votre texte ici Votre texte ici Votre texte ici Votre texte ici Votre texte ici Votre texte ici Votre texte ici Votre texte ici Votre texte ici Votre texte ici Votre texte ici Votre texte ici Votre texte ici Votre texte ici Votre texte ici Votre texte ici Votre texte ici Votre texte ici Votre texte ici</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a:p>
          <a:p>
            <a:pPr lvl="0"/>
            <a:endParaRPr lang="fr-FR"/>
          </a:p>
        </p:txBody>
      </p:sp>
    </p:spTree>
    <p:extLst>
      <p:ext uri="{BB962C8B-B14F-4D97-AF65-F5344CB8AC3E}">
        <p14:creationId xmlns:p14="http://schemas.microsoft.com/office/powerpoint/2010/main" val="842893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Disposition personnalisée">
    <p:bg>
      <p:bgPr>
        <a:solidFill>
          <a:srgbClr val="5D152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05750A-622F-6226-3FAD-34463C0527EB}"/>
              </a:ext>
            </a:extLst>
          </p:cNvPr>
          <p:cNvSpPr/>
          <p:nvPr userDrawn="1"/>
        </p:nvSpPr>
        <p:spPr>
          <a:xfrm>
            <a:off x="0" y="0"/>
            <a:ext cx="12192000" cy="6858000"/>
          </a:xfrm>
          <a:prstGeom prst="rect">
            <a:avLst/>
          </a:prstGeom>
          <a:solidFill>
            <a:srgbClr val="69C0B9"/>
          </a:solidFill>
          <a:ln>
            <a:solidFill>
              <a:srgbClr val="99A5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descr="Une image contenant logo, Graphique, noir, noir et blanc&#10;&#10;Description générée automatiquement">
            <a:extLst>
              <a:ext uri="{FF2B5EF4-FFF2-40B4-BE49-F238E27FC236}">
                <a16:creationId xmlns:a16="http://schemas.microsoft.com/office/drawing/2014/main" id="{6351365C-D333-2158-5B88-6E438DC18F19}"/>
              </a:ext>
            </a:extLst>
          </p:cNvPr>
          <p:cNvPicPr>
            <a:picLocks noChangeAspect="1"/>
          </p:cNvPicPr>
          <p:nvPr userDrawn="1"/>
        </p:nvPicPr>
        <p:blipFill>
          <a:blip r:embed="rId2">
            <a:alphaModFix amt="47000"/>
            <a:extLst>
              <a:ext uri="{28A0092B-C50C-407E-A947-70E740481C1C}">
                <a14:useLocalDpi xmlns:a14="http://schemas.microsoft.com/office/drawing/2010/main" val="0"/>
              </a:ext>
            </a:extLst>
          </a:blip>
          <a:stretch>
            <a:fillRect/>
          </a:stretch>
        </p:blipFill>
        <p:spPr>
          <a:xfrm>
            <a:off x="-2917886" y="875871"/>
            <a:ext cx="9499538" cy="9499538"/>
          </a:xfrm>
          <a:prstGeom prst="rect">
            <a:avLst/>
          </a:prstGeom>
        </p:spPr>
      </p:pic>
      <p:pic>
        <p:nvPicPr>
          <p:cNvPr id="8" name="Image 7">
            <a:extLst>
              <a:ext uri="{FF2B5EF4-FFF2-40B4-BE49-F238E27FC236}">
                <a16:creationId xmlns:a16="http://schemas.microsoft.com/office/drawing/2014/main" id="{1A0C5C85-FE59-F162-6A23-A2907A6679E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9261" t="-819" r="13999" b="819"/>
          <a:stretch/>
        </p:blipFill>
        <p:spPr>
          <a:xfrm>
            <a:off x="8262575" y="2868688"/>
            <a:ext cx="4638946" cy="4633846"/>
          </a:xfrm>
          <a:prstGeom prst="flowChartConnector">
            <a:avLst/>
          </a:prstGeom>
        </p:spPr>
      </p:pic>
      <p:pic>
        <p:nvPicPr>
          <p:cNvPr id="9" name="Image 8" descr="Une image contenant cercle, capture d’écran, Graphique, art&#10;&#10;Description générée automatiquement">
            <a:extLst>
              <a:ext uri="{FF2B5EF4-FFF2-40B4-BE49-F238E27FC236}">
                <a16:creationId xmlns:a16="http://schemas.microsoft.com/office/drawing/2014/main" id="{976488D1-5CA6-3B36-3EC7-1CAB03A18A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1614" y="417925"/>
            <a:ext cx="6422149" cy="4977394"/>
          </a:xfrm>
          <a:prstGeom prst="rect">
            <a:avLst/>
          </a:prstGeom>
        </p:spPr>
      </p:pic>
      <p:sp>
        <p:nvSpPr>
          <p:cNvPr id="25" name="Rectangle 24">
            <a:extLst>
              <a:ext uri="{FF2B5EF4-FFF2-40B4-BE49-F238E27FC236}">
                <a16:creationId xmlns:a16="http://schemas.microsoft.com/office/drawing/2014/main" id="{00C1778C-488D-AAEF-09D1-F7A688FA486E}"/>
              </a:ext>
            </a:extLst>
          </p:cNvPr>
          <p:cNvSpPr/>
          <p:nvPr userDrawn="1"/>
        </p:nvSpPr>
        <p:spPr>
          <a:xfrm>
            <a:off x="508760" y="1229454"/>
            <a:ext cx="540000" cy="108000"/>
          </a:xfrm>
          <a:prstGeom prst="rect">
            <a:avLst/>
          </a:prstGeom>
          <a:solidFill>
            <a:srgbClr val="E400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a:p>
        </p:txBody>
      </p:sp>
      <p:grpSp>
        <p:nvGrpSpPr>
          <p:cNvPr id="17" name="Groupe 16">
            <a:extLst>
              <a:ext uri="{FF2B5EF4-FFF2-40B4-BE49-F238E27FC236}">
                <a16:creationId xmlns:a16="http://schemas.microsoft.com/office/drawing/2014/main" id="{7D72C09A-1EBB-E5EF-3A2D-2F3EDF73A1AC}"/>
              </a:ext>
            </a:extLst>
          </p:cNvPr>
          <p:cNvGrpSpPr/>
          <p:nvPr userDrawn="1"/>
        </p:nvGrpSpPr>
        <p:grpSpPr>
          <a:xfrm>
            <a:off x="8621751" y="1028271"/>
            <a:ext cx="3722649" cy="88111"/>
            <a:chOff x="9100287" y="875871"/>
            <a:chExt cx="3722649" cy="88111"/>
          </a:xfrm>
        </p:grpSpPr>
        <p:cxnSp>
          <p:nvCxnSpPr>
            <p:cNvPr id="20" name="Connecteur droit 19">
              <a:extLst>
                <a:ext uri="{FF2B5EF4-FFF2-40B4-BE49-F238E27FC236}">
                  <a16:creationId xmlns:a16="http://schemas.microsoft.com/office/drawing/2014/main" id="{E248AD5A-63BD-FC40-2BC3-265107F9D65C}"/>
                </a:ext>
              </a:extLst>
            </p:cNvPr>
            <p:cNvCxnSpPr>
              <a:cxnSpLocks/>
            </p:cNvCxnSpPr>
            <p:nvPr/>
          </p:nvCxnSpPr>
          <p:spPr>
            <a:xfrm flipH="1">
              <a:off x="9505950" y="918733"/>
              <a:ext cx="3316986" cy="0"/>
            </a:xfrm>
            <a:prstGeom prst="line">
              <a:avLst/>
            </a:prstGeom>
            <a:ln w="57150" cap="rnd">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Organigramme : Connecteur 25">
              <a:extLst>
                <a:ext uri="{FF2B5EF4-FFF2-40B4-BE49-F238E27FC236}">
                  <a16:creationId xmlns:a16="http://schemas.microsoft.com/office/drawing/2014/main" id="{0001C149-AE39-46F0-7EC2-B8E34F7F9905}"/>
                </a:ext>
              </a:extLst>
            </p:cNvPr>
            <p:cNvSpPr/>
            <p:nvPr/>
          </p:nvSpPr>
          <p:spPr>
            <a:xfrm flipH="1">
              <a:off x="9100287" y="875871"/>
              <a:ext cx="85725" cy="8572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Organigramme : Connecteur 26">
              <a:extLst>
                <a:ext uri="{FF2B5EF4-FFF2-40B4-BE49-F238E27FC236}">
                  <a16:creationId xmlns:a16="http://schemas.microsoft.com/office/drawing/2014/main" id="{B48FDA2C-820E-861F-A0FD-5C49A32ECF7F}"/>
                </a:ext>
              </a:extLst>
            </p:cNvPr>
            <p:cNvSpPr/>
            <p:nvPr/>
          </p:nvSpPr>
          <p:spPr>
            <a:xfrm flipH="1">
              <a:off x="9299030" y="878257"/>
              <a:ext cx="85725" cy="8572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0" name="Image 9" descr="Une image contenant texte, Police, Graphique, logo&#10;&#10;Le contenu généré par l’IA peut être incorrect.">
            <a:extLst>
              <a:ext uri="{FF2B5EF4-FFF2-40B4-BE49-F238E27FC236}">
                <a16:creationId xmlns:a16="http://schemas.microsoft.com/office/drawing/2014/main" id="{66AFA16A-C828-1129-CCE5-CD32224DE84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027414" y="487115"/>
            <a:ext cx="1431097" cy="401856"/>
          </a:xfrm>
          <a:prstGeom prst="rect">
            <a:avLst/>
          </a:prstGeom>
        </p:spPr>
      </p:pic>
      <p:sp>
        <p:nvSpPr>
          <p:cNvPr id="4" name="ZoneTexte 3">
            <a:extLst>
              <a:ext uri="{FF2B5EF4-FFF2-40B4-BE49-F238E27FC236}">
                <a16:creationId xmlns:a16="http://schemas.microsoft.com/office/drawing/2014/main" id="{A90BFF5D-860D-F962-14E3-ED727B3BA871}"/>
              </a:ext>
            </a:extLst>
          </p:cNvPr>
          <p:cNvSpPr txBox="1">
            <a:spLocks/>
          </p:cNvSpPr>
          <p:nvPr userDrawn="1"/>
        </p:nvSpPr>
        <p:spPr>
          <a:xfrm>
            <a:off x="508760" y="6070743"/>
            <a:ext cx="2105025" cy="369332"/>
          </a:xfrm>
          <a:prstGeom prst="rect">
            <a:avLst/>
          </a:prstGeom>
          <a:noFill/>
        </p:spPr>
        <p:txBody>
          <a:bodyPr wrap="square" rtlCol="0">
            <a:spAutoFit/>
          </a:bodyPr>
          <a:lstStyle/>
          <a:p>
            <a:r>
              <a:rPr lang="fr-FR">
                <a:solidFill>
                  <a:schemeClr val="bg1"/>
                </a:solidFill>
                <a:latin typeface="Montserrat ExtraBold" panose="00000900000000000000" pitchFamily="2" charset="0"/>
              </a:rPr>
              <a:t>fiteco</a:t>
            </a:r>
            <a:r>
              <a:rPr lang="fr-FR" sz="1100">
                <a:solidFill>
                  <a:schemeClr val="bg1"/>
                </a:solidFill>
                <a:latin typeface="Montserrat Light" panose="00000400000000000000" pitchFamily="2" charset="0"/>
              </a:rPr>
              <a:t>.com</a:t>
            </a:r>
          </a:p>
        </p:txBody>
      </p:sp>
    </p:spTree>
    <p:extLst>
      <p:ext uri="{BB962C8B-B14F-4D97-AF65-F5344CB8AC3E}">
        <p14:creationId xmlns:p14="http://schemas.microsoft.com/office/powerpoint/2010/main" val="32554287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Disposition personnalisée">
    <p:bg>
      <p:bgPr>
        <a:solidFill>
          <a:srgbClr val="5D152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6F15DD-09EF-8BCB-880E-EF0F3D936B13}"/>
              </a:ext>
            </a:extLst>
          </p:cNvPr>
          <p:cNvSpPr/>
          <p:nvPr userDrawn="1"/>
        </p:nvSpPr>
        <p:spPr>
          <a:xfrm>
            <a:off x="0" y="0"/>
            <a:ext cx="12192000" cy="6858000"/>
          </a:xfrm>
          <a:prstGeom prst="rect">
            <a:avLst/>
          </a:prstGeom>
          <a:solidFill>
            <a:srgbClr val="69C0B9"/>
          </a:solidFill>
          <a:ln>
            <a:solidFill>
              <a:srgbClr val="99A5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descr="Une image contenant logo, Graphique, noir, noir et blanc&#10;&#10;Description générée automatiquement">
            <a:extLst>
              <a:ext uri="{FF2B5EF4-FFF2-40B4-BE49-F238E27FC236}">
                <a16:creationId xmlns:a16="http://schemas.microsoft.com/office/drawing/2014/main" id="{6351365C-D333-2158-5B88-6E438DC18F19}"/>
              </a:ext>
            </a:extLst>
          </p:cNvPr>
          <p:cNvPicPr>
            <a:picLocks noChangeAspect="1"/>
          </p:cNvPicPr>
          <p:nvPr userDrawn="1"/>
        </p:nvPicPr>
        <p:blipFill>
          <a:blip r:embed="rId2">
            <a:alphaModFix amt="47000"/>
            <a:extLst>
              <a:ext uri="{28A0092B-C50C-407E-A947-70E740481C1C}">
                <a14:useLocalDpi xmlns:a14="http://schemas.microsoft.com/office/drawing/2010/main" val="0"/>
              </a:ext>
            </a:extLst>
          </a:blip>
          <a:stretch>
            <a:fillRect/>
          </a:stretch>
        </p:blipFill>
        <p:spPr>
          <a:xfrm>
            <a:off x="-2917886" y="875871"/>
            <a:ext cx="9499538" cy="9499538"/>
          </a:xfrm>
          <a:prstGeom prst="rect">
            <a:avLst/>
          </a:prstGeom>
        </p:spPr>
      </p:pic>
      <p:pic>
        <p:nvPicPr>
          <p:cNvPr id="8" name="Image 7">
            <a:extLst>
              <a:ext uri="{FF2B5EF4-FFF2-40B4-BE49-F238E27FC236}">
                <a16:creationId xmlns:a16="http://schemas.microsoft.com/office/drawing/2014/main" id="{1A0C5C85-FE59-F162-6A23-A2907A6679E1}"/>
              </a:ext>
            </a:extLst>
          </p:cNvPr>
          <p:cNvPicPr>
            <a:picLocks noChangeAspect="1"/>
          </p:cNvPicPr>
          <p:nvPr userDrawn="1"/>
        </p:nvPicPr>
        <p:blipFill>
          <a:blip r:embed="rId3">
            <a:extLst>
              <a:ext uri="{28A0092B-C50C-407E-A947-70E740481C1C}">
                <a14:useLocalDpi xmlns:a14="http://schemas.microsoft.com/office/drawing/2010/main" val="0"/>
              </a:ext>
            </a:extLst>
          </a:blip>
          <a:srcRect t="55" b="55"/>
          <a:stretch/>
        </p:blipFill>
        <p:spPr>
          <a:xfrm>
            <a:off x="8262575" y="2868688"/>
            <a:ext cx="4638946" cy="4633846"/>
          </a:xfrm>
          <a:prstGeom prst="flowChartConnector">
            <a:avLst/>
          </a:prstGeom>
        </p:spPr>
      </p:pic>
      <p:pic>
        <p:nvPicPr>
          <p:cNvPr id="9" name="Image 8" descr="Une image contenant cercle, capture d’écran, Graphique, art&#10;&#10;Description générée automatiquement">
            <a:extLst>
              <a:ext uri="{FF2B5EF4-FFF2-40B4-BE49-F238E27FC236}">
                <a16:creationId xmlns:a16="http://schemas.microsoft.com/office/drawing/2014/main" id="{976488D1-5CA6-3B36-3EC7-1CAB03A18A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1614" y="417925"/>
            <a:ext cx="6422149" cy="4977394"/>
          </a:xfrm>
          <a:prstGeom prst="rect">
            <a:avLst/>
          </a:prstGeom>
        </p:spPr>
      </p:pic>
      <p:sp>
        <p:nvSpPr>
          <p:cNvPr id="25" name="Rectangle 24">
            <a:extLst>
              <a:ext uri="{FF2B5EF4-FFF2-40B4-BE49-F238E27FC236}">
                <a16:creationId xmlns:a16="http://schemas.microsoft.com/office/drawing/2014/main" id="{00C1778C-488D-AAEF-09D1-F7A688FA486E}"/>
              </a:ext>
            </a:extLst>
          </p:cNvPr>
          <p:cNvSpPr/>
          <p:nvPr userDrawn="1"/>
        </p:nvSpPr>
        <p:spPr>
          <a:xfrm>
            <a:off x="508760" y="1229454"/>
            <a:ext cx="540000" cy="108000"/>
          </a:xfrm>
          <a:prstGeom prst="rect">
            <a:avLst/>
          </a:prstGeom>
          <a:solidFill>
            <a:srgbClr val="E400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a:p>
        </p:txBody>
      </p:sp>
      <p:grpSp>
        <p:nvGrpSpPr>
          <p:cNvPr id="17" name="Groupe 16">
            <a:extLst>
              <a:ext uri="{FF2B5EF4-FFF2-40B4-BE49-F238E27FC236}">
                <a16:creationId xmlns:a16="http://schemas.microsoft.com/office/drawing/2014/main" id="{59AC1EC1-A435-AA52-28B0-7C5F4CE7840D}"/>
              </a:ext>
            </a:extLst>
          </p:cNvPr>
          <p:cNvGrpSpPr/>
          <p:nvPr userDrawn="1"/>
        </p:nvGrpSpPr>
        <p:grpSpPr>
          <a:xfrm>
            <a:off x="8621751" y="1028271"/>
            <a:ext cx="3722649" cy="88111"/>
            <a:chOff x="9100287" y="875871"/>
            <a:chExt cx="3722649" cy="88111"/>
          </a:xfrm>
        </p:grpSpPr>
        <p:cxnSp>
          <p:nvCxnSpPr>
            <p:cNvPr id="20" name="Connecteur droit 19">
              <a:extLst>
                <a:ext uri="{FF2B5EF4-FFF2-40B4-BE49-F238E27FC236}">
                  <a16:creationId xmlns:a16="http://schemas.microsoft.com/office/drawing/2014/main" id="{BA8FD47C-A205-E7D6-3AC8-F88C8B285B12}"/>
                </a:ext>
              </a:extLst>
            </p:cNvPr>
            <p:cNvCxnSpPr>
              <a:cxnSpLocks/>
            </p:cNvCxnSpPr>
            <p:nvPr/>
          </p:nvCxnSpPr>
          <p:spPr>
            <a:xfrm flipH="1">
              <a:off x="9505950" y="918733"/>
              <a:ext cx="3316986" cy="0"/>
            </a:xfrm>
            <a:prstGeom prst="line">
              <a:avLst/>
            </a:prstGeom>
            <a:ln w="57150" cap="rnd">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Organigramme : Connecteur 25">
              <a:extLst>
                <a:ext uri="{FF2B5EF4-FFF2-40B4-BE49-F238E27FC236}">
                  <a16:creationId xmlns:a16="http://schemas.microsoft.com/office/drawing/2014/main" id="{7AF39972-BE61-1A60-FF98-1DDFF1FD7641}"/>
                </a:ext>
              </a:extLst>
            </p:cNvPr>
            <p:cNvSpPr/>
            <p:nvPr/>
          </p:nvSpPr>
          <p:spPr>
            <a:xfrm flipH="1">
              <a:off x="9100287" y="875871"/>
              <a:ext cx="85725" cy="8572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Organigramme : Connecteur 26">
              <a:extLst>
                <a:ext uri="{FF2B5EF4-FFF2-40B4-BE49-F238E27FC236}">
                  <a16:creationId xmlns:a16="http://schemas.microsoft.com/office/drawing/2014/main" id="{BDD31AA3-E791-2D1B-6E1D-3CA652E70665}"/>
                </a:ext>
              </a:extLst>
            </p:cNvPr>
            <p:cNvSpPr/>
            <p:nvPr/>
          </p:nvSpPr>
          <p:spPr>
            <a:xfrm flipH="1">
              <a:off x="9299030" y="878257"/>
              <a:ext cx="85725" cy="8572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0" name="Image 9" descr="Une image contenant texte, Police, Graphique, logo&#10;&#10;Le contenu généré par l’IA peut être incorrect.">
            <a:extLst>
              <a:ext uri="{FF2B5EF4-FFF2-40B4-BE49-F238E27FC236}">
                <a16:creationId xmlns:a16="http://schemas.microsoft.com/office/drawing/2014/main" id="{2D021D91-8CCA-90B0-746C-50E802FFCED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027414" y="487115"/>
            <a:ext cx="1431097" cy="401856"/>
          </a:xfrm>
          <a:prstGeom prst="rect">
            <a:avLst/>
          </a:prstGeom>
        </p:spPr>
      </p:pic>
      <p:sp>
        <p:nvSpPr>
          <p:cNvPr id="5" name="ZoneTexte 4">
            <a:extLst>
              <a:ext uri="{FF2B5EF4-FFF2-40B4-BE49-F238E27FC236}">
                <a16:creationId xmlns:a16="http://schemas.microsoft.com/office/drawing/2014/main" id="{BBFB6D0B-4AFE-CC80-7368-8C1D8D9DFF30}"/>
              </a:ext>
            </a:extLst>
          </p:cNvPr>
          <p:cNvSpPr txBox="1">
            <a:spLocks/>
          </p:cNvSpPr>
          <p:nvPr userDrawn="1"/>
        </p:nvSpPr>
        <p:spPr>
          <a:xfrm>
            <a:off x="508760" y="6070743"/>
            <a:ext cx="2105025" cy="369332"/>
          </a:xfrm>
          <a:prstGeom prst="rect">
            <a:avLst/>
          </a:prstGeom>
          <a:noFill/>
        </p:spPr>
        <p:txBody>
          <a:bodyPr wrap="square" rtlCol="0">
            <a:spAutoFit/>
          </a:bodyPr>
          <a:lstStyle/>
          <a:p>
            <a:r>
              <a:rPr lang="fr-FR">
                <a:solidFill>
                  <a:schemeClr val="bg1"/>
                </a:solidFill>
                <a:latin typeface="Montserrat ExtraBold" panose="00000900000000000000" pitchFamily="2" charset="0"/>
              </a:rPr>
              <a:t>fiteco</a:t>
            </a:r>
            <a:r>
              <a:rPr lang="fr-FR" sz="1100">
                <a:solidFill>
                  <a:schemeClr val="bg1"/>
                </a:solidFill>
                <a:latin typeface="Montserrat Light" panose="00000400000000000000" pitchFamily="2" charset="0"/>
              </a:rPr>
              <a:t>.com</a:t>
            </a:r>
          </a:p>
        </p:txBody>
      </p:sp>
    </p:spTree>
    <p:extLst>
      <p:ext uri="{BB962C8B-B14F-4D97-AF65-F5344CB8AC3E}">
        <p14:creationId xmlns:p14="http://schemas.microsoft.com/office/powerpoint/2010/main" val="464115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itre de section">
    <p:spTree>
      <p:nvGrpSpPr>
        <p:cNvPr id="1" name=""/>
        <p:cNvGrpSpPr/>
        <p:nvPr/>
      </p:nvGrpSpPr>
      <p:grpSpPr>
        <a:xfrm>
          <a:off x="0" y="0"/>
          <a:ext cx="0" cy="0"/>
          <a:chOff x="0" y="0"/>
          <a:chExt cx="0" cy="0"/>
        </a:xfrm>
      </p:grpSpPr>
      <p:sp>
        <p:nvSpPr>
          <p:cNvPr id="11" name="Organigramme : Connecteur 10">
            <a:extLst>
              <a:ext uri="{FF2B5EF4-FFF2-40B4-BE49-F238E27FC236}">
                <a16:creationId xmlns:a16="http://schemas.microsoft.com/office/drawing/2014/main" id="{DC4D71DE-E6A1-B129-D27A-32E1F5BEBA88}"/>
              </a:ext>
            </a:extLst>
          </p:cNvPr>
          <p:cNvSpPr/>
          <p:nvPr/>
        </p:nvSpPr>
        <p:spPr>
          <a:xfrm>
            <a:off x="7252831" y="1880594"/>
            <a:ext cx="6134465" cy="6134465"/>
          </a:xfrm>
          <a:prstGeom prst="flowChartConnector">
            <a:avLst/>
          </a:prstGeom>
          <a:noFill/>
          <a:ln>
            <a:solidFill>
              <a:srgbClr val="5E15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rganigramme : Connecteur 14">
            <a:extLst>
              <a:ext uri="{FF2B5EF4-FFF2-40B4-BE49-F238E27FC236}">
                <a16:creationId xmlns:a16="http://schemas.microsoft.com/office/drawing/2014/main" id="{C0A42FCA-BA2C-489C-A003-C6CCBDAFBBDB}"/>
              </a:ext>
            </a:extLst>
          </p:cNvPr>
          <p:cNvSpPr/>
          <p:nvPr/>
        </p:nvSpPr>
        <p:spPr>
          <a:xfrm>
            <a:off x="7676875" y="2307712"/>
            <a:ext cx="5286375" cy="5286375"/>
          </a:xfrm>
          <a:prstGeom prst="flowChartConnector">
            <a:avLst/>
          </a:prstGeom>
          <a:solidFill>
            <a:srgbClr val="69C0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descr="Une image contenant cercle, Graphique&#10;&#10;Description générée automatiquement">
            <a:extLst>
              <a:ext uri="{FF2B5EF4-FFF2-40B4-BE49-F238E27FC236}">
                <a16:creationId xmlns:a16="http://schemas.microsoft.com/office/drawing/2014/main" id="{7346DD4F-8002-85E9-2BF1-2955E2561F54}"/>
              </a:ext>
            </a:extLst>
          </p:cNvPr>
          <p:cNvPicPr>
            <a:picLocks noChangeAspect="1"/>
          </p:cNvPicPr>
          <p:nvPr userDrawn="1"/>
        </p:nvPicPr>
        <p:blipFill>
          <a:blip r:embed="rId2">
            <a:extLst>
              <a:ext uri="{28A0092B-C50C-407E-A947-70E740481C1C}">
                <a14:useLocalDpi xmlns:a14="http://schemas.microsoft.com/office/drawing/2010/main" val="0"/>
              </a:ext>
            </a:extLst>
          </a:blip>
          <a:srcRect t="23900" r="25217"/>
          <a:stretch/>
        </p:blipFill>
        <p:spPr>
          <a:xfrm rot="16200000">
            <a:off x="7860709" y="2442385"/>
            <a:ext cx="5760343" cy="4543056"/>
          </a:xfrm>
          <a:prstGeom prst="rect">
            <a:avLst/>
          </a:prstGeom>
        </p:spPr>
      </p:pic>
      <p:pic>
        <p:nvPicPr>
          <p:cNvPr id="25" name="Image 24">
            <a:extLst>
              <a:ext uri="{FF2B5EF4-FFF2-40B4-BE49-F238E27FC236}">
                <a16:creationId xmlns:a16="http://schemas.microsoft.com/office/drawing/2014/main" id="{1C0B7B08-D561-041E-6F14-2D93B698AA90}"/>
              </a:ext>
            </a:extLst>
          </p:cNvPr>
          <p:cNvPicPr>
            <a:picLocks/>
          </p:cNvPicPr>
          <p:nvPr userDrawn="1"/>
        </p:nvPicPr>
        <p:blipFill>
          <a:blip r:embed="rId3">
            <a:extLst>
              <a:ext uri="{28A0092B-C50C-407E-A947-70E740481C1C}">
                <a14:useLocalDpi xmlns:a14="http://schemas.microsoft.com/office/drawing/2010/main" val="0"/>
              </a:ext>
            </a:extLst>
          </a:blip>
          <a:srcRect t="16717" b="16717"/>
          <a:stretch/>
        </p:blipFill>
        <p:spPr>
          <a:xfrm>
            <a:off x="6878231" y="1748020"/>
            <a:ext cx="3877893" cy="3876788"/>
          </a:xfrm>
          <a:prstGeom prst="flowChartConnector">
            <a:avLst/>
          </a:prstGeom>
        </p:spPr>
      </p:pic>
      <p:sp>
        <p:nvSpPr>
          <p:cNvPr id="2" name="ZoneTexte 1">
            <a:extLst>
              <a:ext uri="{FF2B5EF4-FFF2-40B4-BE49-F238E27FC236}">
                <a16:creationId xmlns:a16="http://schemas.microsoft.com/office/drawing/2014/main" id="{8B98E26C-8E07-4A55-75C3-7D35D9EFFDC6}"/>
              </a:ext>
            </a:extLst>
          </p:cNvPr>
          <p:cNvSpPr txBox="1">
            <a:spLocks/>
          </p:cNvSpPr>
          <p:nvPr userDrawn="1"/>
        </p:nvSpPr>
        <p:spPr>
          <a:xfrm>
            <a:off x="9042864" y="6246936"/>
            <a:ext cx="2105025" cy="369332"/>
          </a:xfrm>
          <a:prstGeom prst="rect">
            <a:avLst/>
          </a:prstGeom>
          <a:noFill/>
        </p:spPr>
        <p:txBody>
          <a:bodyPr wrap="square" rtlCol="0">
            <a:spAutoFit/>
          </a:bodyPr>
          <a:lstStyle/>
          <a:p>
            <a:pPr algn="r"/>
            <a:r>
              <a:rPr lang="fr-FR">
                <a:solidFill>
                  <a:schemeClr val="bg1"/>
                </a:solidFill>
                <a:latin typeface="Montserrat ExtraBold" panose="00000900000000000000" pitchFamily="2" charset="0"/>
              </a:rPr>
              <a:t>fiteco</a:t>
            </a:r>
            <a:r>
              <a:rPr lang="fr-FR" sz="1100">
                <a:solidFill>
                  <a:schemeClr val="bg1"/>
                </a:solidFill>
                <a:latin typeface="Montserrat Light" panose="00000400000000000000" pitchFamily="2" charset="0"/>
              </a:rPr>
              <a:t>.com</a:t>
            </a:r>
          </a:p>
        </p:txBody>
      </p:sp>
      <p:grpSp>
        <p:nvGrpSpPr>
          <p:cNvPr id="3" name="Groupe 2">
            <a:extLst>
              <a:ext uri="{FF2B5EF4-FFF2-40B4-BE49-F238E27FC236}">
                <a16:creationId xmlns:a16="http://schemas.microsoft.com/office/drawing/2014/main" id="{954F7FEA-201C-188A-7A0D-215EF20CBFA6}"/>
              </a:ext>
            </a:extLst>
          </p:cNvPr>
          <p:cNvGrpSpPr/>
          <p:nvPr userDrawn="1"/>
        </p:nvGrpSpPr>
        <p:grpSpPr>
          <a:xfrm>
            <a:off x="0" y="1523661"/>
            <a:ext cx="4283654" cy="171450"/>
            <a:chOff x="0" y="1685925"/>
            <a:chExt cx="4283654" cy="171450"/>
          </a:xfrm>
          <a:solidFill>
            <a:srgbClr val="69C0B9"/>
          </a:solidFill>
        </p:grpSpPr>
        <p:cxnSp>
          <p:nvCxnSpPr>
            <p:cNvPr id="4" name="Connecteur droit 3">
              <a:extLst>
                <a:ext uri="{FF2B5EF4-FFF2-40B4-BE49-F238E27FC236}">
                  <a16:creationId xmlns:a16="http://schemas.microsoft.com/office/drawing/2014/main" id="{00C6CE92-E68C-4708-6CBF-17FD656EACD7}"/>
                </a:ext>
              </a:extLst>
            </p:cNvPr>
            <p:cNvCxnSpPr>
              <a:cxnSpLocks/>
            </p:cNvCxnSpPr>
            <p:nvPr/>
          </p:nvCxnSpPr>
          <p:spPr>
            <a:xfrm>
              <a:off x="0" y="1771650"/>
              <a:ext cx="3426832" cy="0"/>
            </a:xfrm>
            <a:prstGeom prst="line">
              <a:avLst/>
            </a:prstGeom>
            <a:grpFill/>
            <a:ln w="57150" cap="rnd">
              <a:solidFill>
                <a:srgbClr val="69C0B9"/>
              </a:solidFill>
            </a:ln>
          </p:spPr>
          <p:style>
            <a:lnRef idx="2">
              <a:schemeClr val="accent1"/>
            </a:lnRef>
            <a:fillRef idx="0">
              <a:schemeClr val="accent1"/>
            </a:fillRef>
            <a:effectRef idx="1">
              <a:schemeClr val="accent1"/>
            </a:effectRef>
            <a:fontRef idx="minor">
              <a:schemeClr val="tx1"/>
            </a:fontRef>
          </p:style>
        </p:cxnSp>
        <p:sp>
          <p:nvSpPr>
            <p:cNvPr id="5" name="Organigramme : Connecteur 4">
              <a:extLst>
                <a:ext uri="{FF2B5EF4-FFF2-40B4-BE49-F238E27FC236}">
                  <a16:creationId xmlns:a16="http://schemas.microsoft.com/office/drawing/2014/main" id="{41A82BEB-01D7-B295-F7CD-56A95EAB9E49}"/>
                </a:ext>
              </a:extLst>
            </p:cNvPr>
            <p:cNvSpPr/>
            <p:nvPr/>
          </p:nvSpPr>
          <p:spPr>
            <a:xfrm>
              <a:off x="3625684" y="1685925"/>
              <a:ext cx="171450" cy="171450"/>
            </a:xfrm>
            <a:prstGeom prst="flowChartConnector">
              <a:avLst/>
            </a:prstGeom>
            <a:grp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sp>
          <p:nvSpPr>
            <p:cNvPr id="6" name="Organigramme : Connecteur 5">
              <a:extLst>
                <a:ext uri="{FF2B5EF4-FFF2-40B4-BE49-F238E27FC236}">
                  <a16:creationId xmlns:a16="http://schemas.microsoft.com/office/drawing/2014/main" id="{822DF5E7-BF87-0E63-BAC4-7537BABA6CA1}"/>
                </a:ext>
              </a:extLst>
            </p:cNvPr>
            <p:cNvSpPr/>
            <p:nvPr/>
          </p:nvSpPr>
          <p:spPr>
            <a:xfrm>
              <a:off x="4112204" y="1685925"/>
              <a:ext cx="171450" cy="171450"/>
            </a:xfrm>
            <a:prstGeom prst="flowChartConnector">
              <a:avLst/>
            </a:prstGeom>
            <a:grp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grpSp>
      <p:grpSp>
        <p:nvGrpSpPr>
          <p:cNvPr id="10" name="Groupe 9">
            <a:extLst>
              <a:ext uri="{FF2B5EF4-FFF2-40B4-BE49-F238E27FC236}">
                <a16:creationId xmlns:a16="http://schemas.microsoft.com/office/drawing/2014/main" id="{B22DDD91-ADB4-2C77-C66B-F09D468A935E}"/>
              </a:ext>
            </a:extLst>
          </p:cNvPr>
          <p:cNvGrpSpPr/>
          <p:nvPr userDrawn="1"/>
        </p:nvGrpSpPr>
        <p:grpSpPr>
          <a:xfrm>
            <a:off x="8469351" y="307663"/>
            <a:ext cx="3722649" cy="663478"/>
            <a:chOff x="9100287" y="300504"/>
            <a:chExt cx="3722649" cy="663478"/>
          </a:xfrm>
        </p:grpSpPr>
        <p:pic>
          <p:nvPicPr>
            <p:cNvPr id="20" name="Image 19" descr="Une image contenant texte, clipart&#10;&#10;Description générée automatiquement">
              <a:extLst>
                <a:ext uri="{FF2B5EF4-FFF2-40B4-BE49-F238E27FC236}">
                  <a16:creationId xmlns:a16="http://schemas.microsoft.com/office/drawing/2014/main" id="{CBEA0A97-B1F3-1CED-596B-88D61DABD4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05950" y="300504"/>
              <a:ext cx="1386474" cy="390319"/>
            </a:xfrm>
            <a:prstGeom prst="rect">
              <a:avLst/>
            </a:prstGeom>
          </p:spPr>
        </p:pic>
        <p:cxnSp>
          <p:nvCxnSpPr>
            <p:cNvPr id="21" name="Connecteur droit 20">
              <a:extLst>
                <a:ext uri="{FF2B5EF4-FFF2-40B4-BE49-F238E27FC236}">
                  <a16:creationId xmlns:a16="http://schemas.microsoft.com/office/drawing/2014/main" id="{92F89A85-B17D-D005-CBD6-7CB4B20F2848}"/>
                </a:ext>
              </a:extLst>
            </p:cNvPr>
            <p:cNvCxnSpPr>
              <a:cxnSpLocks/>
            </p:cNvCxnSpPr>
            <p:nvPr/>
          </p:nvCxnSpPr>
          <p:spPr>
            <a:xfrm flipH="1">
              <a:off x="9505950" y="918733"/>
              <a:ext cx="3316986" cy="0"/>
            </a:xfrm>
            <a:prstGeom prst="line">
              <a:avLst/>
            </a:prstGeom>
            <a:solidFill>
              <a:srgbClr val="9A9F85"/>
            </a:solidFill>
            <a:ln w="57150" cap="rnd">
              <a:solidFill>
                <a:srgbClr val="69C0B9"/>
              </a:solidFill>
            </a:ln>
          </p:spPr>
          <p:style>
            <a:lnRef idx="2">
              <a:schemeClr val="accent1"/>
            </a:lnRef>
            <a:fillRef idx="0">
              <a:schemeClr val="accent1"/>
            </a:fillRef>
            <a:effectRef idx="1">
              <a:schemeClr val="accent1"/>
            </a:effectRef>
            <a:fontRef idx="minor">
              <a:schemeClr val="tx1"/>
            </a:fontRef>
          </p:style>
        </p:cxnSp>
        <p:sp>
          <p:nvSpPr>
            <p:cNvPr id="22" name="Organigramme : Connecteur 21">
              <a:extLst>
                <a:ext uri="{FF2B5EF4-FFF2-40B4-BE49-F238E27FC236}">
                  <a16:creationId xmlns:a16="http://schemas.microsoft.com/office/drawing/2014/main" id="{7E565B59-1FFC-1257-5CE3-E084A0CD4D67}"/>
                </a:ext>
              </a:extLst>
            </p:cNvPr>
            <p:cNvSpPr/>
            <p:nvPr/>
          </p:nvSpPr>
          <p:spPr>
            <a:xfrm flipH="1">
              <a:off x="9100287" y="875871"/>
              <a:ext cx="85725" cy="85725"/>
            </a:xfrm>
            <a:prstGeom prst="flowChartConnector">
              <a:avLst/>
            </a:prstGeom>
            <a:solidFill>
              <a:srgbClr val="69C0B9"/>
            </a:solid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Organigramme : Connecteur 22">
              <a:extLst>
                <a:ext uri="{FF2B5EF4-FFF2-40B4-BE49-F238E27FC236}">
                  <a16:creationId xmlns:a16="http://schemas.microsoft.com/office/drawing/2014/main" id="{C7100E0B-AEBA-5BF0-1535-CC43E7A45F12}"/>
                </a:ext>
              </a:extLst>
            </p:cNvPr>
            <p:cNvSpPr/>
            <p:nvPr/>
          </p:nvSpPr>
          <p:spPr>
            <a:xfrm flipH="1">
              <a:off x="9299030" y="878257"/>
              <a:ext cx="85725" cy="85725"/>
            </a:xfrm>
            <a:prstGeom prst="flowChartConnector">
              <a:avLst/>
            </a:prstGeom>
            <a:solidFill>
              <a:srgbClr val="69C0B9"/>
            </a:solid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3852506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Nos valeurs">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86F2106-4394-3D08-3C13-A07296B71D46}"/>
              </a:ext>
            </a:extLst>
          </p:cNvPr>
          <p:cNvSpPr txBox="1"/>
          <p:nvPr userDrawn="1"/>
        </p:nvSpPr>
        <p:spPr>
          <a:xfrm>
            <a:off x="568045" y="639402"/>
            <a:ext cx="8197125" cy="693651"/>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cap="all">
                <a:solidFill>
                  <a:srgbClr val="5E152C"/>
                </a:solidFill>
                <a:latin typeface="Montserrat Light" pitchFamily="2" charset="0"/>
              </a:rPr>
              <a:t>NOS </a:t>
            </a:r>
            <a:r>
              <a:rPr lang="fr-FR" sz="3500" b="1" cap="all">
                <a:solidFill>
                  <a:srgbClr val="5E152C"/>
                </a:solidFill>
                <a:latin typeface="Montserrat Black" panose="00000A00000000000000" pitchFamily="2" charset="0"/>
              </a:rPr>
              <a:t>VALEURS</a:t>
            </a:r>
          </a:p>
        </p:txBody>
      </p:sp>
      <p:grpSp>
        <p:nvGrpSpPr>
          <p:cNvPr id="9" name="Groupe 8">
            <a:extLst>
              <a:ext uri="{FF2B5EF4-FFF2-40B4-BE49-F238E27FC236}">
                <a16:creationId xmlns:a16="http://schemas.microsoft.com/office/drawing/2014/main" id="{40D43D8A-5CCF-EE68-F293-3D934DBEF63C}"/>
              </a:ext>
            </a:extLst>
          </p:cNvPr>
          <p:cNvGrpSpPr/>
          <p:nvPr userDrawn="1"/>
        </p:nvGrpSpPr>
        <p:grpSpPr>
          <a:xfrm>
            <a:off x="0" y="1523661"/>
            <a:ext cx="4283654" cy="171450"/>
            <a:chOff x="0" y="1685925"/>
            <a:chExt cx="4283654" cy="171450"/>
          </a:xfrm>
          <a:solidFill>
            <a:srgbClr val="69C0B9"/>
          </a:solidFill>
        </p:grpSpPr>
        <p:cxnSp>
          <p:nvCxnSpPr>
            <p:cNvPr id="10" name="Connecteur droit 9">
              <a:extLst>
                <a:ext uri="{FF2B5EF4-FFF2-40B4-BE49-F238E27FC236}">
                  <a16:creationId xmlns:a16="http://schemas.microsoft.com/office/drawing/2014/main" id="{56563434-D02D-11AD-F1A6-2C3DF0C903D8}"/>
                </a:ext>
              </a:extLst>
            </p:cNvPr>
            <p:cNvCxnSpPr>
              <a:cxnSpLocks/>
            </p:cNvCxnSpPr>
            <p:nvPr/>
          </p:nvCxnSpPr>
          <p:spPr>
            <a:xfrm>
              <a:off x="0" y="1771650"/>
              <a:ext cx="3426832" cy="0"/>
            </a:xfrm>
            <a:prstGeom prst="line">
              <a:avLst/>
            </a:prstGeom>
            <a:grpFill/>
            <a:ln w="57150" cap="rnd">
              <a:solidFill>
                <a:srgbClr val="69C0B9"/>
              </a:solidFill>
            </a:ln>
          </p:spPr>
          <p:style>
            <a:lnRef idx="2">
              <a:schemeClr val="accent1"/>
            </a:lnRef>
            <a:fillRef idx="0">
              <a:schemeClr val="accent1"/>
            </a:fillRef>
            <a:effectRef idx="1">
              <a:schemeClr val="accent1"/>
            </a:effectRef>
            <a:fontRef idx="minor">
              <a:schemeClr val="tx1"/>
            </a:fontRef>
          </p:style>
        </p:cxnSp>
        <p:sp>
          <p:nvSpPr>
            <p:cNvPr id="11" name="Organigramme : Connecteur 10">
              <a:extLst>
                <a:ext uri="{FF2B5EF4-FFF2-40B4-BE49-F238E27FC236}">
                  <a16:creationId xmlns:a16="http://schemas.microsoft.com/office/drawing/2014/main" id="{C3C091DF-1101-837A-3A42-48911ECD27E9}"/>
                </a:ext>
              </a:extLst>
            </p:cNvPr>
            <p:cNvSpPr/>
            <p:nvPr/>
          </p:nvSpPr>
          <p:spPr>
            <a:xfrm>
              <a:off x="3625684" y="1685925"/>
              <a:ext cx="171450" cy="171450"/>
            </a:xfrm>
            <a:prstGeom prst="flowChartConnector">
              <a:avLst/>
            </a:prstGeom>
            <a:grp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sp>
          <p:nvSpPr>
            <p:cNvPr id="12" name="Organigramme : Connecteur 11">
              <a:extLst>
                <a:ext uri="{FF2B5EF4-FFF2-40B4-BE49-F238E27FC236}">
                  <a16:creationId xmlns:a16="http://schemas.microsoft.com/office/drawing/2014/main" id="{B8D4EE90-112B-D75B-E46E-2AE3BFE4672F}"/>
                </a:ext>
              </a:extLst>
            </p:cNvPr>
            <p:cNvSpPr/>
            <p:nvPr/>
          </p:nvSpPr>
          <p:spPr>
            <a:xfrm>
              <a:off x="4112204" y="1685925"/>
              <a:ext cx="171450" cy="171450"/>
            </a:xfrm>
            <a:prstGeom prst="flowChartConnector">
              <a:avLst/>
            </a:prstGeom>
            <a:grp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grpSp>
      <p:grpSp>
        <p:nvGrpSpPr>
          <p:cNvPr id="14" name="Groupe 13">
            <a:extLst>
              <a:ext uri="{FF2B5EF4-FFF2-40B4-BE49-F238E27FC236}">
                <a16:creationId xmlns:a16="http://schemas.microsoft.com/office/drawing/2014/main" id="{56FB7386-6E84-0252-2B48-0B1E22C8EA60}"/>
              </a:ext>
            </a:extLst>
          </p:cNvPr>
          <p:cNvGrpSpPr/>
          <p:nvPr/>
        </p:nvGrpSpPr>
        <p:grpSpPr>
          <a:xfrm>
            <a:off x="8469351" y="307663"/>
            <a:ext cx="3722649" cy="663478"/>
            <a:chOff x="9100287" y="300504"/>
            <a:chExt cx="3722649" cy="663478"/>
          </a:xfrm>
        </p:grpSpPr>
        <p:pic>
          <p:nvPicPr>
            <p:cNvPr id="16" name="Image 15" descr="Une image contenant texte, clipart&#10;&#10;Description générée automatiquement">
              <a:extLst>
                <a:ext uri="{FF2B5EF4-FFF2-40B4-BE49-F238E27FC236}">
                  <a16:creationId xmlns:a16="http://schemas.microsoft.com/office/drawing/2014/main" id="{9E13F4F8-C971-87A2-167F-BF30DACD18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05950" y="300504"/>
              <a:ext cx="1386474" cy="390319"/>
            </a:xfrm>
            <a:prstGeom prst="rect">
              <a:avLst/>
            </a:prstGeom>
          </p:spPr>
        </p:pic>
        <p:cxnSp>
          <p:nvCxnSpPr>
            <p:cNvPr id="17" name="Connecteur droit 16">
              <a:extLst>
                <a:ext uri="{FF2B5EF4-FFF2-40B4-BE49-F238E27FC236}">
                  <a16:creationId xmlns:a16="http://schemas.microsoft.com/office/drawing/2014/main" id="{0DA0E4F8-3739-B454-A346-69D3CB1B8F7C}"/>
                </a:ext>
              </a:extLst>
            </p:cNvPr>
            <p:cNvCxnSpPr>
              <a:cxnSpLocks/>
            </p:cNvCxnSpPr>
            <p:nvPr/>
          </p:nvCxnSpPr>
          <p:spPr>
            <a:xfrm flipH="1">
              <a:off x="9505950" y="918733"/>
              <a:ext cx="3316986" cy="0"/>
            </a:xfrm>
            <a:prstGeom prst="line">
              <a:avLst/>
            </a:prstGeom>
            <a:solidFill>
              <a:srgbClr val="69C0B9"/>
            </a:solidFill>
            <a:ln w="57150" cap="rnd">
              <a:solidFill>
                <a:srgbClr val="69C0B9"/>
              </a:solidFill>
            </a:ln>
          </p:spPr>
          <p:style>
            <a:lnRef idx="2">
              <a:schemeClr val="accent1"/>
            </a:lnRef>
            <a:fillRef idx="0">
              <a:schemeClr val="accent1"/>
            </a:fillRef>
            <a:effectRef idx="1">
              <a:schemeClr val="accent1"/>
            </a:effectRef>
            <a:fontRef idx="minor">
              <a:schemeClr val="tx1"/>
            </a:fontRef>
          </p:style>
        </p:cxnSp>
        <p:sp>
          <p:nvSpPr>
            <p:cNvPr id="18" name="Organigramme : Connecteur 17">
              <a:extLst>
                <a:ext uri="{FF2B5EF4-FFF2-40B4-BE49-F238E27FC236}">
                  <a16:creationId xmlns:a16="http://schemas.microsoft.com/office/drawing/2014/main" id="{975679EC-BAFE-1433-4771-B549DBD669C6}"/>
                </a:ext>
              </a:extLst>
            </p:cNvPr>
            <p:cNvSpPr/>
            <p:nvPr/>
          </p:nvSpPr>
          <p:spPr>
            <a:xfrm flipH="1">
              <a:off x="9100287" y="875871"/>
              <a:ext cx="85725" cy="85725"/>
            </a:xfrm>
            <a:prstGeom prst="flowChartConnector">
              <a:avLst/>
            </a:prstGeom>
            <a:solidFill>
              <a:srgbClr val="69C0B9"/>
            </a:solid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rganigramme : Connecteur 18">
              <a:extLst>
                <a:ext uri="{FF2B5EF4-FFF2-40B4-BE49-F238E27FC236}">
                  <a16:creationId xmlns:a16="http://schemas.microsoft.com/office/drawing/2014/main" id="{A22B0B24-A107-979F-CEF2-46983B703993}"/>
                </a:ext>
              </a:extLst>
            </p:cNvPr>
            <p:cNvSpPr/>
            <p:nvPr/>
          </p:nvSpPr>
          <p:spPr>
            <a:xfrm flipH="1">
              <a:off x="9299030" y="878257"/>
              <a:ext cx="85725" cy="85725"/>
            </a:xfrm>
            <a:prstGeom prst="flowChartConnector">
              <a:avLst/>
            </a:prstGeom>
            <a:solidFill>
              <a:srgbClr val="69C0B9"/>
            </a:solidFill>
            <a:ln>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1" name="Ellipse 20">
            <a:extLst>
              <a:ext uri="{FF2B5EF4-FFF2-40B4-BE49-F238E27FC236}">
                <a16:creationId xmlns:a16="http://schemas.microsoft.com/office/drawing/2014/main" id="{24E30CDB-5EB4-063A-F073-AE7263C4F821}"/>
              </a:ext>
            </a:extLst>
          </p:cNvPr>
          <p:cNvSpPr/>
          <p:nvPr userDrawn="1"/>
        </p:nvSpPr>
        <p:spPr>
          <a:xfrm>
            <a:off x="-2167087" y="2355264"/>
            <a:ext cx="6989994" cy="6989994"/>
          </a:xfrm>
          <a:prstGeom prst="ellipse">
            <a:avLst/>
          </a:prstGeom>
          <a:noFill/>
          <a:ln>
            <a:solidFill>
              <a:srgbClr val="5E15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04E7AFE6-9CDB-8132-9C99-CAACAB216A82}"/>
              </a:ext>
            </a:extLst>
          </p:cNvPr>
          <p:cNvSpPr txBox="1"/>
          <p:nvPr userDrawn="1"/>
        </p:nvSpPr>
        <p:spPr>
          <a:xfrm>
            <a:off x="9619488" y="4670162"/>
            <a:ext cx="2014335" cy="1477328"/>
          </a:xfrm>
          <a:prstGeom prst="rect">
            <a:avLst/>
          </a:prstGeom>
          <a:noFill/>
        </p:spPr>
        <p:txBody>
          <a:bodyPr wrap="square">
            <a:spAutoFit/>
          </a:bodyPr>
          <a:lstStyle/>
          <a:p>
            <a:pPr algn="r"/>
            <a:r>
              <a:rPr lang="fr-FR" sz="1500">
                <a:solidFill>
                  <a:srgbClr val="5D152C"/>
                </a:solidFill>
                <a:latin typeface="Montserrat" panose="02000505000000020004" pitchFamily="2" charset="0"/>
              </a:rPr>
              <a:t>T</a:t>
            </a:r>
            <a:r>
              <a:rPr lang="fr-FR" sz="1500" i="0">
                <a:solidFill>
                  <a:srgbClr val="5D152C"/>
                </a:solidFill>
                <a:effectLst/>
                <a:latin typeface="Montserrat" panose="02000505000000020004" pitchFamily="2" charset="0"/>
              </a:rPr>
              <a:t>rois valeurs au cœur de notre accompagnement et au service du développement de nos clients.</a:t>
            </a:r>
          </a:p>
        </p:txBody>
      </p:sp>
      <p:sp>
        <p:nvSpPr>
          <p:cNvPr id="23" name="ZoneTexte 22">
            <a:extLst>
              <a:ext uri="{FF2B5EF4-FFF2-40B4-BE49-F238E27FC236}">
                <a16:creationId xmlns:a16="http://schemas.microsoft.com/office/drawing/2014/main" id="{361796CF-5453-DFBD-70EB-C524265EE1EC}"/>
              </a:ext>
            </a:extLst>
          </p:cNvPr>
          <p:cNvSpPr txBox="1">
            <a:spLocks/>
          </p:cNvSpPr>
          <p:nvPr userDrawn="1"/>
        </p:nvSpPr>
        <p:spPr>
          <a:xfrm>
            <a:off x="9481184" y="6237949"/>
            <a:ext cx="2105025" cy="369332"/>
          </a:xfrm>
          <a:prstGeom prst="rect">
            <a:avLst/>
          </a:prstGeom>
          <a:noFill/>
        </p:spPr>
        <p:txBody>
          <a:bodyPr wrap="square" rtlCol="0">
            <a:spAutoFit/>
          </a:bodyPr>
          <a:lstStyle/>
          <a:p>
            <a:pPr algn="r"/>
            <a:r>
              <a:rPr lang="fr-FR">
                <a:solidFill>
                  <a:srgbClr val="E4003A"/>
                </a:solidFill>
                <a:latin typeface="Montserrat ExtraBold" panose="00000900000000000000" pitchFamily="2" charset="0"/>
              </a:rPr>
              <a:t>fiteco</a:t>
            </a:r>
            <a:r>
              <a:rPr lang="fr-FR" sz="1100">
                <a:solidFill>
                  <a:srgbClr val="E4003A"/>
                </a:solidFill>
                <a:latin typeface="Montserrat Light" panose="00000400000000000000" pitchFamily="2" charset="0"/>
              </a:rPr>
              <a:t>.com</a:t>
            </a:r>
          </a:p>
        </p:txBody>
      </p:sp>
      <p:grpSp>
        <p:nvGrpSpPr>
          <p:cNvPr id="24" name="Groupe 23">
            <a:extLst>
              <a:ext uri="{FF2B5EF4-FFF2-40B4-BE49-F238E27FC236}">
                <a16:creationId xmlns:a16="http://schemas.microsoft.com/office/drawing/2014/main" id="{0A917BC9-A427-43F9-A756-1C5A24A8B4F6}"/>
              </a:ext>
            </a:extLst>
          </p:cNvPr>
          <p:cNvGrpSpPr/>
          <p:nvPr userDrawn="1"/>
        </p:nvGrpSpPr>
        <p:grpSpPr>
          <a:xfrm>
            <a:off x="2835991" y="2514423"/>
            <a:ext cx="594360" cy="594360"/>
            <a:chOff x="5231130" y="4324350"/>
            <a:chExt cx="594360" cy="594360"/>
          </a:xfrm>
          <a:solidFill>
            <a:srgbClr val="69C0B9"/>
          </a:solidFill>
        </p:grpSpPr>
        <p:sp>
          <p:nvSpPr>
            <p:cNvPr id="25" name="Ellipse 24">
              <a:extLst>
                <a:ext uri="{FF2B5EF4-FFF2-40B4-BE49-F238E27FC236}">
                  <a16:creationId xmlns:a16="http://schemas.microsoft.com/office/drawing/2014/main" id="{2E160A1C-0515-BECA-AF71-116CC171843C}"/>
                </a:ext>
              </a:extLst>
            </p:cNvPr>
            <p:cNvSpPr/>
            <p:nvPr/>
          </p:nvSpPr>
          <p:spPr>
            <a:xfrm>
              <a:off x="5231130" y="4324350"/>
              <a:ext cx="594360" cy="594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6" name="Image 25" descr="Une image contenant Graphique, noir et blanc, symbole, logo&#10;&#10;Description générée automatiquement">
              <a:extLst>
                <a:ext uri="{FF2B5EF4-FFF2-40B4-BE49-F238E27FC236}">
                  <a16:creationId xmlns:a16="http://schemas.microsoft.com/office/drawing/2014/main" id="{F92B4C3F-DF33-1CB2-F1D7-0B53AEEC1ABD}"/>
                </a:ext>
              </a:extLst>
            </p:cNvPr>
            <p:cNvPicPr>
              <a:picLocks noChangeAspect="1"/>
            </p:cNvPicPr>
            <p:nvPr/>
          </p:nvPicPr>
          <p:blipFill rotWithShape="1">
            <a:blip r:embed="rId3">
              <a:extLst>
                <a:ext uri="{28A0092B-C50C-407E-A947-70E740481C1C}">
                  <a14:useLocalDpi xmlns:a14="http://schemas.microsoft.com/office/drawing/2010/main" val="0"/>
                </a:ext>
              </a:extLst>
            </a:blip>
            <a:srcRect l="30679" t="39259" r="20126" b="44131"/>
            <a:stretch/>
          </p:blipFill>
          <p:spPr>
            <a:xfrm>
              <a:off x="5327469" y="4474909"/>
              <a:ext cx="419100" cy="366375"/>
            </a:xfrm>
            <a:prstGeom prst="rect">
              <a:avLst/>
            </a:prstGeom>
            <a:grpFill/>
          </p:spPr>
        </p:pic>
      </p:grpSp>
      <p:sp>
        <p:nvSpPr>
          <p:cNvPr id="28" name="Ellipse 27">
            <a:extLst>
              <a:ext uri="{FF2B5EF4-FFF2-40B4-BE49-F238E27FC236}">
                <a16:creationId xmlns:a16="http://schemas.microsoft.com/office/drawing/2014/main" id="{7711D4C3-E666-B5BF-E3DF-F9AAECB5733B}"/>
              </a:ext>
            </a:extLst>
          </p:cNvPr>
          <p:cNvSpPr/>
          <p:nvPr/>
        </p:nvSpPr>
        <p:spPr>
          <a:xfrm>
            <a:off x="3876338" y="3488222"/>
            <a:ext cx="594360" cy="594360"/>
          </a:xfrm>
          <a:prstGeom prst="ellipse">
            <a:avLst/>
          </a:prstGeom>
          <a:solidFill>
            <a:srgbClr val="69C0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0" name="Groupe 29">
            <a:extLst>
              <a:ext uri="{FF2B5EF4-FFF2-40B4-BE49-F238E27FC236}">
                <a16:creationId xmlns:a16="http://schemas.microsoft.com/office/drawing/2014/main" id="{C4D4632F-EC53-2580-7F57-090ACE2DEF7B}"/>
              </a:ext>
            </a:extLst>
          </p:cNvPr>
          <p:cNvGrpSpPr/>
          <p:nvPr userDrawn="1"/>
        </p:nvGrpSpPr>
        <p:grpSpPr>
          <a:xfrm>
            <a:off x="4457661" y="4743803"/>
            <a:ext cx="594360" cy="594360"/>
            <a:chOff x="4998720" y="2145030"/>
            <a:chExt cx="594360" cy="594360"/>
          </a:xfrm>
          <a:solidFill>
            <a:srgbClr val="69C0B9"/>
          </a:solidFill>
        </p:grpSpPr>
        <p:sp>
          <p:nvSpPr>
            <p:cNvPr id="31" name="Ellipse 30">
              <a:extLst>
                <a:ext uri="{FF2B5EF4-FFF2-40B4-BE49-F238E27FC236}">
                  <a16:creationId xmlns:a16="http://schemas.microsoft.com/office/drawing/2014/main" id="{EFD5C4B0-2E65-D16A-FE4F-19FAE291F1D5}"/>
                </a:ext>
              </a:extLst>
            </p:cNvPr>
            <p:cNvSpPr/>
            <p:nvPr/>
          </p:nvSpPr>
          <p:spPr>
            <a:xfrm>
              <a:off x="4998720" y="2145030"/>
              <a:ext cx="594360" cy="594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2" name="Image 31" descr="Une image contenant Graphique, noir et blanc, symbole, logo&#10;&#10;Description générée automatiquement">
              <a:extLst>
                <a:ext uri="{FF2B5EF4-FFF2-40B4-BE49-F238E27FC236}">
                  <a16:creationId xmlns:a16="http://schemas.microsoft.com/office/drawing/2014/main" id="{6AA65B53-00DA-5854-6285-3A4A567A6EE4}"/>
                </a:ext>
              </a:extLst>
            </p:cNvPr>
            <p:cNvPicPr>
              <a:picLocks noChangeAspect="1"/>
            </p:cNvPicPr>
            <p:nvPr/>
          </p:nvPicPr>
          <p:blipFill rotWithShape="1">
            <a:blip r:embed="rId3">
              <a:extLst>
                <a:ext uri="{28A0092B-C50C-407E-A947-70E740481C1C}">
                  <a14:useLocalDpi xmlns:a14="http://schemas.microsoft.com/office/drawing/2010/main" val="0"/>
                </a:ext>
              </a:extLst>
            </a:blip>
            <a:srcRect l="30188" t="59635" r="25553" b="19279"/>
            <a:stretch/>
          </p:blipFill>
          <p:spPr>
            <a:xfrm>
              <a:off x="5104506" y="2249131"/>
              <a:ext cx="348187" cy="429490"/>
            </a:xfrm>
            <a:prstGeom prst="rect">
              <a:avLst/>
            </a:prstGeom>
            <a:grpFill/>
          </p:spPr>
        </p:pic>
      </p:grpSp>
      <p:sp>
        <p:nvSpPr>
          <p:cNvPr id="33" name="ZoneTexte 32">
            <a:extLst>
              <a:ext uri="{FF2B5EF4-FFF2-40B4-BE49-F238E27FC236}">
                <a16:creationId xmlns:a16="http://schemas.microsoft.com/office/drawing/2014/main" id="{7815D814-B6B1-5124-FDDB-18AE38B75CA5}"/>
              </a:ext>
            </a:extLst>
          </p:cNvPr>
          <p:cNvSpPr txBox="1"/>
          <p:nvPr userDrawn="1"/>
        </p:nvSpPr>
        <p:spPr>
          <a:xfrm>
            <a:off x="3651629" y="2172892"/>
            <a:ext cx="2145030" cy="523220"/>
          </a:xfrm>
          <a:prstGeom prst="rect">
            <a:avLst/>
          </a:prstGeom>
          <a:noFill/>
        </p:spPr>
        <p:txBody>
          <a:bodyPr wrap="square" rtlCol="0">
            <a:spAutoFit/>
          </a:bodyPr>
          <a:lstStyle/>
          <a:p>
            <a:r>
              <a:rPr lang="fr-FR" sz="2800" b="1">
                <a:solidFill>
                  <a:srgbClr val="69C0B9"/>
                </a:solidFill>
                <a:latin typeface="Montserrat" pitchFamily="2" charset="0"/>
              </a:rPr>
              <a:t>L’HUMAIN</a:t>
            </a:r>
          </a:p>
        </p:txBody>
      </p:sp>
      <p:sp>
        <p:nvSpPr>
          <p:cNvPr id="34" name="ZoneTexte 33">
            <a:extLst>
              <a:ext uri="{FF2B5EF4-FFF2-40B4-BE49-F238E27FC236}">
                <a16:creationId xmlns:a16="http://schemas.microsoft.com/office/drawing/2014/main" id="{07E234FB-63A2-08F2-B79E-36831DEB9614}"/>
              </a:ext>
            </a:extLst>
          </p:cNvPr>
          <p:cNvSpPr txBox="1"/>
          <p:nvPr userDrawn="1"/>
        </p:nvSpPr>
        <p:spPr>
          <a:xfrm>
            <a:off x="4625351" y="3429000"/>
            <a:ext cx="2638425" cy="523220"/>
          </a:xfrm>
          <a:prstGeom prst="rect">
            <a:avLst/>
          </a:prstGeom>
          <a:noFill/>
        </p:spPr>
        <p:txBody>
          <a:bodyPr wrap="square" rtlCol="0">
            <a:spAutoFit/>
          </a:bodyPr>
          <a:lstStyle/>
          <a:p>
            <a:r>
              <a:rPr lang="fr-FR" sz="2800" b="1">
                <a:solidFill>
                  <a:srgbClr val="69C0B9"/>
                </a:solidFill>
                <a:latin typeface="Montserrat" pitchFamily="2" charset="0"/>
              </a:rPr>
              <a:t>L’EXPERTISE</a:t>
            </a:r>
          </a:p>
        </p:txBody>
      </p:sp>
      <p:sp>
        <p:nvSpPr>
          <p:cNvPr id="35" name="ZoneTexte 34">
            <a:extLst>
              <a:ext uri="{FF2B5EF4-FFF2-40B4-BE49-F238E27FC236}">
                <a16:creationId xmlns:a16="http://schemas.microsoft.com/office/drawing/2014/main" id="{360F2B7A-61AA-DBCB-F6B5-8123FE87275F}"/>
              </a:ext>
            </a:extLst>
          </p:cNvPr>
          <p:cNvSpPr txBox="1"/>
          <p:nvPr userDrawn="1"/>
        </p:nvSpPr>
        <p:spPr>
          <a:xfrm>
            <a:off x="5201784" y="4702344"/>
            <a:ext cx="3150870" cy="523220"/>
          </a:xfrm>
          <a:prstGeom prst="rect">
            <a:avLst/>
          </a:prstGeom>
          <a:noFill/>
        </p:spPr>
        <p:txBody>
          <a:bodyPr wrap="square" rtlCol="0">
            <a:spAutoFit/>
          </a:bodyPr>
          <a:lstStyle/>
          <a:p>
            <a:r>
              <a:rPr lang="fr-FR" sz="2800" b="1">
                <a:solidFill>
                  <a:srgbClr val="69C0B9"/>
                </a:solidFill>
                <a:latin typeface="Montserrat" pitchFamily="2" charset="0"/>
              </a:rPr>
              <a:t>LA PROXIMITÉ</a:t>
            </a:r>
          </a:p>
        </p:txBody>
      </p:sp>
      <p:sp>
        <p:nvSpPr>
          <p:cNvPr id="36" name="ZoneTexte 35">
            <a:extLst>
              <a:ext uri="{FF2B5EF4-FFF2-40B4-BE49-F238E27FC236}">
                <a16:creationId xmlns:a16="http://schemas.microsoft.com/office/drawing/2014/main" id="{CE16F116-1330-B048-90D5-FDCFFBD68E57}"/>
              </a:ext>
            </a:extLst>
          </p:cNvPr>
          <p:cNvSpPr txBox="1"/>
          <p:nvPr userDrawn="1"/>
        </p:nvSpPr>
        <p:spPr>
          <a:xfrm>
            <a:off x="3651629" y="2620904"/>
            <a:ext cx="3826095" cy="553998"/>
          </a:xfrm>
          <a:prstGeom prst="rect">
            <a:avLst/>
          </a:prstGeom>
          <a:noFill/>
        </p:spPr>
        <p:txBody>
          <a:bodyPr wrap="square">
            <a:spAutoFit/>
          </a:bodyPr>
          <a:lstStyle/>
          <a:p>
            <a:r>
              <a:rPr lang="fr-FR" sz="1500">
                <a:latin typeface="Montserrat Light" panose="00000400000000000000" pitchFamily="2" charset="0"/>
              </a:rPr>
              <a:t>Une relation durable et de confiance avec nos collaborateurs et nos clients</a:t>
            </a:r>
            <a:endParaRPr lang="fr-FR" sz="1500" i="0">
              <a:effectLst/>
              <a:latin typeface="Montserrat Light" panose="00000400000000000000" pitchFamily="2" charset="0"/>
            </a:endParaRPr>
          </a:p>
        </p:txBody>
      </p:sp>
      <p:sp>
        <p:nvSpPr>
          <p:cNvPr id="37" name="ZoneTexte 36">
            <a:extLst>
              <a:ext uri="{FF2B5EF4-FFF2-40B4-BE49-F238E27FC236}">
                <a16:creationId xmlns:a16="http://schemas.microsoft.com/office/drawing/2014/main" id="{28A372C4-5D93-D1A1-3D28-010AB93BF240}"/>
              </a:ext>
            </a:extLst>
          </p:cNvPr>
          <p:cNvSpPr txBox="1"/>
          <p:nvPr userDrawn="1"/>
        </p:nvSpPr>
        <p:spPr>
          <a:xfrm>
            <a:off x="5220141" y="5141997"/>
            <a:ext cx="3150871" cy="784830"/>
          </a:xfrm>
          <a:prstGeom prst="rect">
            <a:avLst/>
          </a:prstGeom>
          <a:noFill/>
        </p:spPr>
        <p:txBody>
          <a:bodyPr wrap="square">
            <a:spAutoFit/>
          </a:bodyPr>
          <a:lstStyle/>
          <a:p>
            <a:r>
              <a:rPr lang="fr-FR" sz="1500">
                <a:latin typeface="Montserrat Light" panose="00000400000000000000" pitchFamily="2" charset="0"/>
              </a:rPr>
              <a:t>Une proximité garantie par un lien humain et une proximité géographique</a:t>
            </a:r>
          </a:p>
        </p:txBody>
      </p:sp>
      <p:sp>
        <p:nvSpPr>
          <p:cNvPr id="38" name="ZoneTexte 37">
            <a:extLst>
              <a:ext uri="{FF2B5EF4-FFF2-40B4-BE49-F238E27FC236}">
                <a16:creationId xmlns:a16="http://schemas.microsoft.com/office/drawing/2014/main" id="{6F6B02C9-B686-54AD-3F5E-6FFD733E36CD}"/>
              </a:ext>
            </a:extLst>
          </p:cNvPr>
          <p:cNvSpPr txBox="1"/>
          <p:nvPr userDrawn="1"/>
        </p:nvSpPr>
        <p:spPr>
          <a:xfrm>
            <a:off x="4645166" y="3870162"/>
            <a:ext cx="4279515" cy="553998"/>
          </a:xfrm>
          <a:prstGeom prst="rect">
            <a:avLst/>
          </a:prstGeom>
          <a:noFill/>
        </p:spPr>
        <p:txBody>
          <a:bodyPr wrap="square">
            <a:spAutoFit/>
          </a:bodyPr>
          <a:lstStyle/>
          <a:p>
            <a:r>
              <a:rPr lang="fr-FR" sz="1500">
                <a:latin typeface="Montserrat Light" panose="00000400000000000000" pitchFamily="2" charset="0"/>
              </a:rPr>
              <a:t>Des compétences diversifiées au service du progrès, de l’échange et de la transmission</a:t>
            </a:r>
            <a:endParaRPr lang="fr-FR" sz="1500" i="0">
              <a:effectLst/>
              <a:latin typeface="Montserrat Light" panose="00000400000000000000" pitchFamily="2" charset="0"/>
            </a:endParaRPr>
          </a:p>
        </p:txBody>
      </p:sp>
      <p:pic>
        <p:nvPicPr>
          <p:cNvPr id="5" name="Image 4">
            <a:extLst>
              <a:ext uri="{FF2B5EF4-FFF2-40B4-BE49-F238E27FC236}">
                <a16:creationId xmlns:a16="http://schemas.microsoft.com/office/drawing/2014/main" id="{51EC7158-93DE-7DB0-B6B3-724A1E280F70}"/>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7112" t="6825" r="17263" b="-6825"/>
          <a:stretch/>
        </p:blipFill>
        <p:spPr>
          <a:xfrm>
            <a:off x="-1221359" y="3041557"/>
            <a:ext cx="5281786" cy="5184062"/>
          </a:xfrm>
          <a:prstGeom prst="ellipse">
            <a:avLst/>
          </a:prstGeom>
        </p:spPr>
      </p:pic>
      <p:grpSp>
        <p:nvGrpSpPr>
          <p:cNvPr id="13" name="Groupe 12">
            <a:extLst>
              <a:ext uri="{FF2B5EF4-FFF2-40B4-BE49-F238E27FC236}">
                <a16:creationId xmlns:a16="http://schemas.microsoft.com/office/drawing/2014/main" id="{46869138-A777-E2FE-6B09-6C2F1688F2DB}"/>
              </a:ext>
            </a:extLst>
          </p:cNvPr>
          <p:cNvGrpSpPr/>
          <p:nvPr userDrawn="1"/>
        </p:nvGrpSpPr>
        <p:grpSpPr>
          <a:xfrm>
            <a:off x="4001539" y="3615938"/>
            <a:ext cx="385026" cy="351667"/>
            <a:chOff x="8580320" y="1845336"/>
            <a:chExt cx="650740" cy="594360"/>
          </a:xfrm>
        </p:grpSpPr>
        <p:sp>
          <p:nvSpPr>
            <p:cNvPr id="6" name="Ellipse 5">
              <a:extLst>
                <a:ext uri="{FF2B5EF4-FFF2-40B4-BE49-F238E27FC236}">
                  <a16:creationId xmlns:a16="http://schemas.microsoft.com/office/drawing/2014/main" id="{5E1C064E-40B0-FBC1-1A07-43956FC11E49}"/>
                </a:ext>
              </a:extLst>
            </p:cNvPr>
            <p:cNvSpPr/>
            <p:nvPr/>
          </p:nvSpPr>
          <p:spPr>
            <a:xfrm>
              <a:off x="8580320" y="1845336"/>
              <a:ext cx="594360" cy="594360"/>
            </a:xfrm>
            <a:prstGeom prst="ellipse">
              <a:avLst/>
            </a:prstGeom>
            <a:solidFill>
              <a:srgbClr val="FFFFFF"/>
            </a:solidFill>
            <a:ln w="38100">
              <a:solidFill>
                <a:srgbClr val="69C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Graphique 2" descr="Coche avec un remplissage uni">
              <a:extLst>
                <a:ext uri="{FF2B5EF4-FFF2-40B4-BE49-F238E27FC236}">
                  <a16:creationId xmlns:a16="http://schemas.microsoft.com/office/drawing/2014/main" id="{CFE85ADB-C9C3-14E3-5CFB-2BDE20E4DAE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10956" y="1845336"/>
              <a:ext cx="520104" cy="520104"/>
            </a:xfrm>
            <a:prstGeom prst="rect">
              <a:avLst/>
            </a:prstGeom>
          </p:spPr>
        </p:pic>
      </p:grpSp>
    </p:spTree>
    <p:extLst>
      <p:ext uri="{BB962C8B-B14F-4D97-AF65-F5344CB8AC3E}">
        <p14:creationId xmlns:p14="http://schemas.microsoft.com/office/powerpoint/2010/main" val="24594171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212831F-B432-4ED3-8162-396A6179C9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FDFB58E-A46A-4226-A3F8-FAE72B7569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39E7DB1-7E6F-4115-9695-31D1BC0EB9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064CDF-8A01-47AB-AACA-7BEA4355D3DC}" type="datetimeFigureOut">
              <a:rPr lang="fr-FR" smtClean="0"/>
              <a:t>21/09/2026</a:t>
            </a:fld>
            <a:endParaRPr lang="fr-FR"/>
          </a:p>
        </p:txBody>
      </p:sp>
      <p:sp>
        <p:nvSpPr>
          <p:cNvPr id="5" name="Espace réservé du pied de page 4">
            <a:extLst>
              <a:ext uri="{FF2B5EF4-FFF2-40B4-BE49-F238E27FC236}">
                <a16:creationId xmlns:a16="http://schemas.microsoft.com/office/drawing/2014/main" id="{8C613B1A-A663-4F44-8154-DD4B53BBE7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40108E40-2A6E-4879-A29A-2247199BA1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15DB9D-5073-4C4C-8D11-B0A725C41837}" type="slidenum">
              <a:rPr lang="fr-FR" smtClean="0"/>
              <a:t>‹N°›</a:t>
            </a:fld>
            <a:endParaRPr lang="fr-FR"/>
          </a:p>
        </p:txBody>
      </p:sp>
    </p:spTree>
    <p:extLst>
      <p:ext uri="{BB962C8B-B14F-4D97-AF65-F5344CB8AC3E}">
        <p14:creationId xmlns:p14="http://schemas.microsoft.com/office/powerpoint/2010/main" val="869711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67" r:id="rId5"/>
    <p:sldLayoutId id="2147483668" r:id="rId6"/>
    <p:sldLayoutId id="2147483661" r:id="rId7"/>
    <p:sldLayoutId id="2147483662" r:id="rId8"/>
    <p:sldLayoutId id="2147483654"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2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8" Type="http://schemas.openxmlformats.org/officeDocument/2006/relationships/hyperlink" Target="https://www.fieldwire.com/fr/" TargetMode="External"/><Relationship Id="rId3" Type="http://schemas.openxmlformats.org/officeDocument/2006/relationships/hyperlink" Target="https://www.kizeo-forms.com/" TargetMode="External"/><Relationship Id="rId7"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hyperlink" Target="https://www.alobees.com/" TargetMode="External"/><Relationship Id="rId11" Type="http://schemas.openxmlformats.org/officeDocument/2006/relationships/hyperlink" Target="https://www.progbat.com/" TargetMode="External"/><Relationship Id="rId5" Type="http://schemas.openxmlformats.org/officeDocument/2006/relationships/image" Target="../media/image35.png"/><Relationship Id="rId10" Type="http://schemas.openxmlformats.org/officeDocument/2006/relationships/image" Target="../media/image38.png"/><Relationship Id="rId4" Type="http://schemas.openxmlformats.org/officeDocument/2006/relationships/image" Target="../media/image34.png"/><Relationship Id="rId9" Type="http://schemas.openxmlformats.org/officeDocument/2006/relationships/image" Target="../media/image37.png"/></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5.png"/><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40.png"/><Relationship Id="rId5" Type="http://schemas.openxmlformats.org/officeDocument/2006/relationships/image" Target="../media/image39.jp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1DB5AF6-3F1E-1E3A-8FD0-7B7BEAD294E9}"/>
              </a:ext>
            </a:extLst>
          </p:cNvPr>
          <p:cNvSpPr>
            <a:spLocks noGrp="1"/>
          </p:cNvSpPr>
          <p:nvPr>
            <p:ph type="body" sz="quarter" idx="11"/>
          </p:nvPr>
        </p:nvSpPr>
        <p:spPr>
          <a:xfrm>
            <a:off x="6264956" y="3429783"/>
            <a:ext cx="5218113" cy="474896"/>
          </a:xfrm>
        </p:spPr>
        <p:txBody>
          <a:bodyPr vert="horz" lIns="91440" tIns="45720" rIns="91440" bIns="45720" rtlCol="0" anchor="t">
            <a:noAutofit/>
          </a:bodyPr>
          <a:lstStyle/>
          <a:p>
            <a:r>
              <a:rPr lang="fr-FR" noProof="0" dirty="0">
                <a:latin typeface="Montserrat Bold"/>
              </a:rPr>
              <a:t>23 septembre 2026</a:t>
            </a:r>
            <a:endParaRPr lang="fr-FR" noProof="0" dirty="0"/>
          </a:p>
        </p:txBody>
      </p:sp>
      <p:sp>
        <p:nvSpPr>
          <p:cNvPr id="4" name="Titre 3">
            <a:extLst>
              <a:ext uri="{FF2B5EF4-FFF2-40B4-BE49-F238E27FC236}">
                <a16:creationId xmlns:a16="http://schemas.microsoft.com/office/drawing/2014/main" id="{208E307D-BC11-83AF-033A-4E3D17B6E764}"/>
              </a:ext>
            </a:extLst>
          </p:cNvPr>
          <p:cNvSpPr>
            <a:spLocks noGrp="1"/>
          </p:cNvSpPr>
          <p:nvPr>
            <p:ph type="title"/>
          </p:nvPr>
        </p:nvSpPr>
        <p:spPr>
          <a:xfrm>
            <a:off x="5716032" y="1927967"/>
            <a:ext cx="6315960" cy="735501"/>
          </a:xfrm>
        </p:spPr>
        <p:txBody>
          <a:bodyPr>
            <a:normAutofit fontScale="90000"/>
          </a:bodyPr>
          <a:lstStyle/>
          <a:p>
            <a:r>
              <a:rPr lang="fr-FR" noProof="0" dirty="0"/>
              <a:t>Dématérialisation du suivi de chantier </a:t>
            </a:r>
          </a:p>
        </p:txBody>
      </p:sp>
      <p:pic>
        <p:nvPicPr>
          <p:cNvPr id="2" name="Image 1" descr="Une image contenant cercle, capture d’écran, Graphique, art&#10;&#10;Description générée automatiquement">
            <a:extLst>
              <a:ext uri="{FF2B5EF4-FFF2-40B4-BE49-F238E27FC236}">
                <a16:creationId xmlns:a16="http://schemas.microsoft.com/office/drawing/2014/main" id="{61356069-A293-05F9-0B80-5AAC95D0899B}"/>
              </a:ext>
            </a:extLst>
          </p:cNvPr>
          <p:cNvPicPr>
            <a:picLocks noChangeAspect="1"/>
          </p:cNvPicPr>
          <p:nvPr/>
        </p:nvPicPr>
        <p:blipFill rotWithShape="1">
          <a:blip r:embed="rId3">
            <a:extLst>
              <a:ext uri="{28A0092B-C50C-407E-A947-70E740481C1C}">
                <a14:useLocalDpi xmlns:a14="http://schemas.microsoft.com/office/drawing/2010/main" val="0"/>
              </a:ext>
            </a:extLst>
          </a:blip>
          <a:srcRect l="19197" t="19065" r="16005" b="18639"/>
          <a:stretch/>
        </p:blipFill>
        <p:spPr>
          <a:xfrm>
            <a:off x="2877580" y="3312795"/>
            <a:ext cx="5812971" cy="4331219"/>
          </a:xfrm>
          <a:prstGeom prst="rect">
            <a:avLst/>
          </a:prstGeom>
        </p:spPr>
      </p:pic>
      <p:pic>
        <p:nvPicPr>
          <p:cNvPr id="11" name="Espace réservé pour une image  10">
            <a:extLst>
              <a:ext uri="{FF2B5EF4-FFF2-40B4-BE49-F238E27FC236}">
                <a16:creationId xmlns:a16="http://schemas.microsoft.com/office/drawing/2014/main" id="{6E568343-37FB-A39D-6CCE-D9E417A5CC05}"/>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3231" b="3231"/>
          <a:stretch>
            <a:fillRect/>
          </a:stretch>
        </p:blipFill>
        <p:spPr>
          <a:xfrm>
            <a:off x="-2586038" y="-834936"/>
            <a:ext cx="8682038" cy="8702676"/>
          </a:xfrm>
          <a:prstGeom prst="ellipse">
            <a:avLst/>
          </a:prstGeom>
        </p:spPr>
      </p:pic>
      <p:pic>
        <p:nvPicPr>
          <p:cNvPr id="13" name="Image 12">
            <a:extLst>
              <a:ext uri="{FF2B5EF4-FFF2-40B4-BE49-F238E27FC236}">
                <a16:creationId xmlns:a16="http://schemas.microsoft.com/office/drawing/2014/main" id="{8E43679A-0349-E99D-9BDF-3F0CF63580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5339" y="368090"/>
            <a:ext cx="3057427" cy="1336613"/>
          </a:xfrm>
          <a:prstGeom prst="rect">
            <a:avLst/>
          </a:prstGeom>
        </p:spPr>
      </p:pic>
    </p:spTree>
    <p:extLst>
      <p:ext uri="{BB962C8B-B14F-4D97-AF65-F5344CB8AC3E}">
        <p14:creationId xmlns:p14="http://schemas.microsoft.com/office/powerpoint/2010/main" val="174529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61E7A7C4-6E5B-0A17-45BC-19ABB0CBB678}"/>
              </a:ext>
            </a:extLst>
          </p:cNvPr>
          <p:cNvSpPr txBox="1"/>
          <p:nvPr/>
        </p:nvSpPr>
        <p:spPr>
          <a:xfrm>
            <a:off x="269207" y="1858617"/>
            <a:ext cx="5029423" cy="923330"/>
          </a:xfrm>
          <a:prstGeom prst="rect">
            <a:avLst/>
          </a:prstGeom>
          <a:noFill/>
        </p:spPr>
        <p:txBody>
          <a:bodyPr wrap="square" lIns="91440" tIns="45720" rIns="91440" bIns="45720" anchor="t">
            <a:spAutoFit/>
          </a:bodyPr>
          <a:lstStyle/>
          <a:p>
            <a:pPr marL="285750" indent="-285750">
              <a:buFont typeface="Arial"/>
              <a:buChar char="•"/>
            </a:pPr>
            <a:r>
              <a:rPr lang="fr-FR" sz="1500" b="1" i="0" noProof="0" dirty="0">
                <a:solidFill>
                  <a:srgbClr val="E4003A"/>
                </a:solidFill>
                <a:effectLst/>
                <a:latin typeface="Montserrat"/>
              </a:rPr>
              <a:t>CADRA</a:t>
            </a:r>
            <a:r>
              <a:rPr lang="fr-FR" sz="1500" b="1" noProof="0" dirty="0">
                <a:solidFill>
                  <a:srgbClr val="E4003A"/>
                </a:solidFill>
                <a:latin typeface="Montserrat"/>
              </a:rPr>
              <a:t>GE</a:t>
            </a:r>
          </a:p>
          <a:p>
            <a:pPr marL="742950" lvl="1" indent="-285750">
              <a:buFont typeface="Arial"/>
              <a:buChar char="•"/>
            </a:pPr>
            <a:r>
              <a:rPr lang="fr-FR" sz="1200" b="1" i="0" noProof="0" dirty="0">
                <a:effectLst/>
                <a:latin typeface="Montserrat"/>
              </a:rPr>
              <a:t>Contexte</a:t>
            </a:r>
            <a:r>
              <a:rPr lang="fr-FR" sz="1200" b="1" noProof="0" dirty="0">
                <a:latin typeface="Montserrat"/>
              </a:rPr>
              <a:t> et p</a:t>
            </a:r>
            <a:r>
              <a:rPr lang="fr-FR" sz="1200" b="1" i="0" noProof="0" dirty="0">
                <a:effectLst/>
                <a:latin typeface="Montserrat" pitchFamily="2" charset="0"/>
              </a:rPr>
              <a:t>roblématiques actuelles</a:t>
            </a:r>
          </a:p>
          <a:p>
            <a:pPr marL="742950" lvl="1" indent="-285750">
              <a:buFont typeface="Arial"/>
              <a:buChar char="•"/>
            </a:pPr>
            <a:r>
              <a:rPr lang="fr-FR" sz="1200" b="1" noProof="0" dirty="0">
                <a:latin typeface="Montserrat" pitchFamily="2" charset="0"/>
              </a:rPr>
              <a:t>Objectifs du projet</a:t>
            </a:r>
            <a:endParaRPr lang="fr-FR" sz="1200" b="1" i="0" noProof="0" dirty="0">
              <a:effectLst/>
              <a:latin typeface="Montserrat" pitchFamily="2" charset="0"/>
            </a:endParaRPr>
          </a:p>
          <a:p>
            <a:endParaRPr lang="fr-FR" sz="1500" i="0" noProof="0" dirty="0">
              <a:solidFill>
                <a:srgbClr val="5D152C"/>
              </a:solidFill>
              <a:effectLst/>
              <a:highlight>
                <a:srgbClr val="FFFF00"/>
              </a:highlight>
              <a:latin typeface="Montserrat Light" panose="00000400000000000000" pitchFamily="2" charset="0"/>
            </a:endParaRPr>
          </a:p>
        </p:txBody>
      </p:sp>
      <p:sp>
        <p:nvSpPr>
          <p:cNvPr id="2" name="ZoneTexte 1">
            <a:extLst>
              <a:ext uri="{FF2B5EF4-FFF2-40B4-BE49-F238E27FC236}">
                <a16:creationId xmlns:a16="http://schemas.microsoft.com/office/drawing/2014/main" id="{D32536C7-061D-D3E6-5C23-B820AF2948BE}"/>
              </a:ext>
            </a:extLst>
          </p:cNvPr>
          <p:cNvSpPr txBox="1"/>
          <p:nvPr/>
        </p:nvSpPr>
        <p:spPr>
          <a:xfrm>
            <a:off x="269210" y="2546370"/>
            <a:ext cx="5029423" cy="738664"/>
          </a:xfrm>
          <a:prstGeom prst="rect">
            <a:avLst/>
          </a:prstGeom>
          <a:noFill/>
        </p:spPr>
        <p:txBody>
          <a:bodyPr wrap="square" lIns="91440" tIns="45720" rIns="91440" bIns="45720" anchor="t">
            <a:spAutoFit/>
          </a:bodyPr>
          <a:lstStyle/>
          <a:p>
            <a:pPr marL="285750" indent="-285750">
              <a:buFont typeface="Arial"/>
              <a:buChar char="•"/>
            </a:pPr>
            <a:r>
              <a:rPr lang="fr-FR" sz="1500" b="1" noProof="0" dirty="0">
                <a:solidFill>
                  <a:srgbClr val="E4003A"/>
                </a:solidFill>
                <a:latin typeface="Montserrat"/>
              </a:rPr>
              <a:t>ATELIER 1</a:t>
            </a:r>
          </a:p>
          <a:p>
            <a:pPr marL="742950" lvl="1" indent="-285750">
              <a:buFont typeface="Arial"/>
              <a:buChar char="•"/>
            </a:pPr>
            <a:r>
              <a:rPr lang="fr-FR" sz="1200" b="1" i="0" noProof="0" dirty="0">
                <a:effectLst/>
                <a:latin typeface="Montserrat"/>
              </a:rPr>
              <a:t>Profils</a:t>
            </a:r>
            <a:endParaRPr lang="fr-FR" sz="1200" b="1" i="0" noProof="0" dirty="0">
              <a:effectLst/>
              <a:latin typeface="Montserrat" pitchFamily="2" charset="0"/>
            </a:endParaRPr>
          </a:p>
          <a:p>
            <a:endParaRPr lang="fr-FR" sz="1500" i="0" noProof="0" dirty="0">
              <a:solidFill>
                <a:srgbClr val="5D152C"/>
              </a:solidFill>
              <a:effectLst/>
              <a:highlight>
                <a:srgbClr val="FFFF00"/>
              </a:highlight>
              <a:latin typeface="Montserrat Light" panose="00000400000000000000" pitchFamily="2" charset="0"/>
            </a:endParaRPr>
          </a:p>
        </p:txBody>
      </p:sp>
      <p:sp>
        <p:nvSpPr>
          <p:cNvPr id="6" name="ZoneTexte 5">
            <a:extLst>
              <a:ext uri="{FF2B5EF4-FFF2-40B4-BE49-F238E27FC236}">
                <a16:creationId xmlns:a16="http://schemas.microsoft.com/office/drawing/2014/main" id="{A77EA5C0-C059-C845-FC6F-F5FB253C73FD}"/>
              </a:ext>
            </a:extLst>
          </p:cNvPr>
          <p:cNvSpPr txBox="1"/>
          <p:nvPr/>
        </p:nvSpPr>
        <p:spPr>
          <a:xfrm>
            <a:off x="269209" y="3044718"/>
            <a:ext cx="5029423" cy="738664"/>
          </a:xfrm>
          <a:prstGeom prst="rect">
            <a:avLst/>
          </a:prstGeom>
          <a:noFill/>
        </p:spPr>
        <p:txBody>
          <a:bodyPr wrap="square" lIns="91440" tIns="45720" rIns="91440" bIns="45720" anchor="t">
            <a:spAutoFit/>
          </a:bodyPr>
          <a:lstStyle/>
          <a:p>
            <a:pPr marL="285750" indent="-285750">
              <a:buFont typeface="Arial"/>
              <a:buChar char="•"/>
            </a:pPr>
            <a:r>
              <a:rPr lang="fr-FR" sz="1500" b="1" noProof="0" dirty="0">
                <a:solidFill>
                  <a:srgbClr val="E4003A"/>
                </a:solidFill>
                <a:latin typeface="Montserrat"/>
              </a:rPr>
              <a:t>ATELIER 2</a:t>
            </a:r>
          </a:p>
          <a:p>
            <a:pPr marL="742950" lvl="1" indent="-285750">
              <a:buFont typeface="Arial"/>
              <a:buChar char="•"/>
            </a:pPr>
            <a:r>
              <a:rPr lang="fr-FR" sz="1200" b="1" noProof="0" dirty="0">
                <a:latin typeface="Montserrat"/>
              </a:rPr>
              <a:t>Parcours de la donnée</a:t>
            </a:r>
            <a:endParaRPr lang="fr-FR" sz="1200" b="1" i="0" noProof="0" dirty="0">
              <a:effectLst/>
              <a:latin typeface="Montserrat" pitchFamily="2" charset="0"/>
            </a:endParaRPr>
          </a:p>
          <a:p>
            <a:endParaRPr lang="fr-FR" sz="1500" i="0" noProof="0" dirty="0">
              <a:solidFill>
                <a:srgbClr val="5D152C"/>
              </a:solidFill>
              <a:effectLst/>
              <a:highlight>
                <a:srgbClr val="FFFF00"/>
              </a:highlight>
              <a:latin typeface="Montserrat Light" panose="00000400000000000000" pitchFamily="2" charset="0"/>
            </a:endParaRPr>
          </a:p>
        </p:txBody>
      </p:sp>
      <p:sp>
        <p:nvSpPr>
          <p:cNvPr id="8" name="ZoneTexte 7">
            <a:extLst>
              <a:ext uri="{FF2B5EF4-FFF2-40B4-BE49-F238E27FC236}">
                <a16:creationId xmlns:a16="http://schemas.microsoft.com/office/drawing/2014/main" id="{5875C348-B59D-0033-65B8-3366DAF838EA}"/>
              </a:ext>
            </a:extLst>
          </p:cNvPr>
          <p:cNvSpPr txBox="1"/>
          <p:nvPr/>
        </p:nvSpPr>
        <p:spPr>
          <a:xfrm>
            <a:off x="269208" y="3570260"/>
            <a:ext cx="5029423" cy="738664"/>
          </a:xfrm>
          <a:prstGeom prst="rect">
            <a:avLst/>
          </a:prstGeom>
          <a:noFill/>
        </p:spPr>
        <p:txBody>
          <a:bodyPr wrap="square" lIns="91440" tIns="45720" rIns="91440" bIns="45720" anchor="t">
            <a:spAutoFit/>
          </a:bodyPr>
          <a:lstStyle/>
          <a:p>
            <a:pPr marL="285750" indent="-285750">
              <a:buFont typeface="Arial"/>
              <a:buChar char="•"/>
            </a:pPr>
            <a:r>
              <a:rPr lang="fr-FR" sz="1500" b="1" noProof="0" dirty="0">
                <a:solidFill>
                  <a:srgbClr val="E4003A"/>
                </a:solidFill>
                <a:latin typeface="Montserrat"/>
              </a:rPr>
              <a:t>ATELIER 3</a:t>
            </a:r>
          </a:p>
          <a:p>
            <a:pPr marL="742950" lvl="1" indent="-285750">
              <a:buFont typeface="Arial"/>
              <a:buChar char="•"/>
            </a:pPr>
            <a:r>
              <a:rPr lang="fr-FR" sz="1200" b="1" i="0" noProof="0" dirty="0">
                <a:effectLst/>
                <a:latin typeface="Montserrat"/>
              </a:rPr>
              <a:t>Fonctionnalités</a:t>
            </a:r>
            <a:endParaRPr lang="fr-FR" sz="1200" b="1" i="0" noProof="0" dirty="0">
              <a:effectLst/>
              <a:latin typeface="Montserrat" pitchFamily="2" charset="0"/>
            </a:endParaRPr>
          </a:p>
          <a:p>
            <a:endParaRPr lang="fr-FR" sz="1500" i="0" noProof="0" dirty="0">
              <a:solidFill>
                <a:srgbClr val="5D152C"/>
              </a:solidFill>
              <a:effectLst/>
              <a:highlight>
                <a:srgbClr val="FFFF00"/>
              </a:highlight>
              <a:latin typeface="Montserrat Light" panose="00000400000000000000" pitchFamily="2" charset="0"/>
            </a:endParaRPr>
          </a:p>
        </p:txBody>
      </p:sp>
      <p:sp>
        <p:nvSpPr>
          <p:cNvPr id="10" name="ZoneTexte 9">
            <a:extLst>
              <a:ext uri="{FF2B5EF4-FFF2-40B4-BE49-F238E27FC236}">
                <a16:creationId xmlns:a16="http://schemas.microsoft.com/office/drawing/2014/main" id="{5F2BB73B-15CB-B51D-9D7E-354E6242A5C7}"/>
              </a:ext>
            </a:extLst>
          </p:cNvPr>
          <p:cNvSpPr txBox="1"/>
          <p:nvPr/>
        </p:nvSpPr>
        <p:spPr>
          <a:xfrm>
            <a:off x="269208" y="4087158"/>
            <a:ext cx="5029423" cy="738664"/>
          </a:xfrm>
          <a:prstGeom prst="rect">
            <a:avLst/>
          </a:prstGeom>
          <a:noFill/>
        </p:spPr>
        <p:txBody>
          <a:bodyPr wrap="square" lIns="91440" tIns="45720" rIns="91440" bIns="45720" anchor="t">
            <a:spAutoFit/>
          </a:bodyPr>
          <a:lstStyle/>
          <a:p>
            <a:pPr marL="285750" indent="-285750">
              <a:buFont typeface="Arial"/>
              <a:buChar char="•"/>
            </a:pPr>
            <a:r>
              <a:rPr lang="fr-FR" sz="1500" b="1" noProof="0" dirty="0">
                <a:solidFill>
                  <a:srgbClr val="E4003A"/>
                </a:solidFill>
                <a:latin typeface="Montserrat"/>
              </a:rPr>
              <a:t>ATELIER 4</a:t>
            </a:r>
          </a:p>
          <a:p>
            <a:pPr marL="742950" lvl="1" indent="-285750">
              <a:buFont typeface="Arial"/>
              <a:buChar char="•"/>
            </a:pPr>
            <a:r>
              <a:rPr lang="fr-FR" sz="1200" b="1" noProof="0" dirty="0">
                <a:latin typeface="Montserrat"/>
              </a:rPr>
              <a:t>Cas test</a:t>
            </a:r>
            <a:endParaRPr lang="fr-FR" sz="1200" b="1" i="0" noProof="0" dirty="0">
              <a:effectLst/>
              <a:latin typeface="Montserrat" pitchFamily="2" charset="0"/>
            </a:endParaRPr>
          </a:p>
          <a:p>
            <a:endParaRPr lang="fr-FR" sz="1500" i="0" noProof="0" dirty="0">
              <a:solidFill>
                <a:srgbClr val="5D152C"/>
              </a:solidFill>
              <a:effectLst/>
              <a:highlight>
                <a:srgbClr val="FFFF00"/>
              </a:highlight>
              <a:latin typeface="Montserrat Light" panose="00000400000000000000" pitchFamily="2" charset="0"/>
            </a:endParaRPr>
          </a:p>
        </p:txBody>
      </p:sp>
      <p:sp>
        <p:nvSpPr>
          <p:cNvPr id="12" name="ZoneTexte 11">
            <a:extLst>
              <a:ext uri="{FF2B5EF4-FFF2-40B4-BE49-F238E27FC236}">
                <a16:creationId xmlns:a16="http://schemas.microsoft.com/office/drawing/2014/main" id="{32209C4F-0C3F-8AC2-4D99-F54964C1E7FA}"/>
              </a:ext>
            </a:extLst>
          </p:cNvPr>
          <p:cNvSpPr txBox="1"/>
          <p:nvPr/>
        </p:nvSpPr>
        <p:spPr>
          <a:xfrm>
            <a:off x="269208" y="4612700"/>
            <a:ext cx="5029423" cy="738664"/>
          </a:xfrm>
          <a:prstGeom prst="rect">
            <a:avLst/>
          </a:prstGeom>
          <a:noFill/>
        </p:spPr>
        <p:txBody>
          <a:bodyPr wrap="square" lIns="91440" tIns="45720" rIns="91440" bIns="45720" anchor="t">
            <a:spAutoFit/>
          </a:bodyPr>
          <a:lstStyle/>
          <a:p>
            <a:pPr marL="285750" indent="-285750">
              <a:buFont typeface="Arial"/>
              <a:buChar char="•"/>
            </a:pPr>
            <a:r>
              <a:rPr lang="fr-FR" sz="1500" b="1" noProof="0" dirty="0">
                <a:solidFill>
                  <a:srgbClr val="E4003A"/>
                </a:solidFill>
                <a:latin typeface="Montserrat"/>
              </a:rPr>
              <a:t>PRÉSENTATION DES SOLUTIONS</a:t>
            </a:r>
          </a:p>
          <a:p>
            <a:pPr lvl="1"/>
            <a:endParaRPr lang="fr-FR" sz="1200" b="1" i="0" noProof="0" dirty="0">
              <a:solidFill>
                <a:srgbClr val="E4003A"/>
              </a:solidFill>
              <a:effectLst/>
              <a:latin typeface="Montserrat" pitchFamily="2" charset="0"/>
            </a:endParaRPr>
          </a:p>
          <a:p>
            <a:endParaRPr lang="fr-FR" sz="1500" i="0" noProof="0" dirty="0">
              <a:solidFill>
                <a:srgbClr val="5D152C"/>
              </a:solidFill>
              <a:effectLst/>
              <a:highlight>
                <a:srgbClr val="FFFF00"/>
              </a:highlight>
              <a:latin typeface="Montserrat Light" panose="00000400000000000000" pitchFamily="2" charset="0"/>
            </a:endParaRPr>
          </a:p>
        </p:txBody>
      </p:sp>
      <p:sp>
        <p:nvSpPr>
          <p:cNvPr id="14" name="ZoneTexte 13">
            <a:extLst>
              <a:ext uri="{FF2B5EF4-FFF2-40B4-BE49-F238E27FC236}">
                <a16:creationId xmlns:a16="http://schemas.microsoft.com/office/drawing/2014/main" id="{F9A5CE4C-73E9-4E23-83CB-5E9CE7F1836A}"/>
              </a:ext>
            </a:extLst>
          </p:cNvPr>
          <p:cNvSpPr txBox="1"/>
          <p:nvPr/>
        </p:nvSpPr>
        <p:spPr>
          <a:xfrm>
            <a:off x="269208" y="4916476"/>
            <a:ext cx="5029423" cy="738664"/>
          </a:xfrm>
          <a:prstGeom prst="rect">
            <a:avLst/>
          </a:prstGeom>
          <a:noFill/>
        </p:spPr>
        <p:txBody>
          <a:bodyPr wrap="square" lIns="91440" tIns="45720" rIns="91440" bIns="45720" anchor="t">
            <a:spAutoFit/>
          </a:bodyPr>
          <a:lstStyle/>
          <a:p>
            <a:pPr marL="285750" indent="-285750">
              <a:buFont typeface="Arial"/>
              <a:buChar char="•"/>
            </a:pPr>
            <a:r>
              <a:rPr lang="fr-FR" sz="1500" b="1" noProof="0" dirty="0">
                <a:solidFill>
                  <a:srgbClr val="E4003A"/>
                </a:solidFill>
                <a:latin typeface="Montserrat"/>
              </a:rPr>
              <a:t>SUITE DE LA MISSION</a:t>
            </a:r>
          </a:p>
          <a:p>
            <a:pPr lvl="1"/>
            <a:endParaRPr lang="fr-FR" sz="1200" b="1" i="0" noProof="0" dirty="0">
              <a:solidFill>
                <a:srgbClr val="E4003A"/>
              </a:solidFill>
              <a:effectLst/>
              <a:latin typeface="Montserrat" pitchFamily="2" charset="0"/>
            </a:endParaRPr>
          </a:p>
          <a:p>
            <a:endParaRPr lang="fr-FR" sz="1500" i="0" noProof="0" dirty="0">
              <a:solidFill>
                <a:srgbClr val="5D152C"/>
              </a:solidFill>
              <a:effectLst/>
              <a:highlight>
                <a:srgbClr val="FFFF00"/>
              </a:highlight>
              <a:latin typeface="Montserrat Light" panose="00000400000000000000" pitchFamily="2" charset="0"/>
            </a:endParaRPr>
          </a:p>
        </p:txBody>
      </p:sp>
      <p:sp>
        <p:nvSpPr>
          <p:cNvPr id="16" name="ZoneTexte 15">
            <a:extLst>
              <a:ext uri="{FF2B5EF4-FFF2-40B4-BE49-F238E27FC236}">
                <a16:creationId xmlns:a16="http://schemas.microsoft.com/office/drawing/2014/main" id="{D7B3F9F7-B884-C87F-6BAA-BE5F3DB33B9B}"/>
              </a:ext>
            </a:extLst>
          </p:cNvPr>
          <p:cNvSpPr txBox="1"/>
          <p:nvPr/>
        </p:nvSpPr>
        <p:spPr>
          <a:xfrm>
            <a:off x="269207" y="5235012"/>
            <a:ext cx="5029423" cy="738664"/>
          </a:xfrm>
          <a:prstGeom prst="rect">
            <a:avLst/>
          </a:prstGeom>
          <a:noFill/>
        </p:spPr>
        <p:txBody>
          <a:bodyPr wrap="square" lIns="91440" tIns="45720" rIns="91440" bIns="45720" anchor="t">
            <a:spAutoFit/>
          </a:bodyPr>
          <a:lstStyle/>
          <a:p>
            <a:pPr marL="285750" indent="-285750">
              <a:buFont typeface="Arial"/>
              <a:buChar char="•"/>
            </a:pPr>
            <a:r>
              <a:rPr lang="fr-FR" sz="1500" b="1" noProof="0" dirty="0">
                <a:solidFill>
                  <a:srgbClr val="E4003A"/>
                </a:solidFill>
                <a:latin typeface="Montserrat"/>
              </a:rPr>
              <a:t>SUITE DU PROJET</a:t>
            </a:r>
          </a:p>
          <a:p>
            <a:pPr lvl="1"/>
            <a:endParaRPr lang="fr-FR" sz="1200" b="1" i="0" noProof="0" dirty="0">
              <a:solidFill>
                <a:srgbClr val="E4003A"/>
              </a:solidFill>
              <a:effectLst/>
              <a:latin typeface="Montserrat" pitchFamily="2" charset="0"/>
            </a:endParaRPr>
          </a:p>
          <a:p>
            <a:endParaRPr lang="fr-FR" sz="1500" i="0" noProof="0" dirty="0">
              <a:solidFill>
                <a:srgbClr val="5D152C"/>
              </a:solidFill>
              <a:effectLst/>
              <a:highlight>
                <a:srgbClr val="FFFF00"/>
              </a:highlight>
              <a:latin typeface="Montserrat Light" panose="00000400000000000000" pitchFamily="2" charset="0"/>
            </a:endParaRPr>
          </a:p>
        </p:txBody>
      </p:sp>
    </p:spTree>
    <p:extLst>
      <p:ext uri="{BB962C8B-B14F-4D97-AF65-F5344CB8AC3E}">
        <p14:creationId xmlns:p14="http://schemas.microsoft.com/office/powerpoint/2010/main" val="1090335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2956C9C-2954-0C8B-F9F2-2AD5969CF2EF}"/>
              </a:ext>
            </a:extLst>
          </p:cNvPr>
          <p:cNvSpPr txBox="1"/>
          <p:nvPr/>
        </p:nvSpPr>
        <p:spPr>
          <a:xfrm>
            <a:off x="416180" y="1985163"/>
            <a:ext cx="3806640" cy="784830"/>
          </a:xfrm>
          <a:prstGeom prst="rect">
            <a:avLst/>
          </a:prstGeom>
          <a:noFill/>
        </p:spPr>
        <p:txBody>
          <a:bodyPr wrap="square" lIns="91440" tIns="45720" rIns="91440" bIns="45720" rtlCol="0" anchor="t">
            <a:spAutoFit/>
          </a:bodyPr>
          <a:lstStyle/>
          <a:p>
            <a:r>
              <a:rPr lang="fr-FR" sz="4500" b="1" noProof="0" dirty="0">
                <a:solidFill>
                  <a:schemeClr val="bg1"/>
                </a:solidFill>
                <a:latin typeface="Montserrat Black"/>
              </a:rPr>
              <a:t>CADRAGE</a:t>
            </a:r>
            <a:endParaRPr lang="fr-FR" sz="4500" b="1" noProof="0" dirty="0">
              <a:solidFill>
                <a:schemeClr val="bg1"/>
              </a:solidFill>
              <a:latin typeface="Montserrat Black" panose="00000A00000000000000" pitchFamily="2" charset="0"/>
            </a:endParaRPr>
          </a:p>
        </p:txBody>
      </p:sp>
    </p:spTree>
    <p:extLst>
      <p:ext uri="{BB962C8B-B14F-4D97-AF65-F5344CB8AC3E}">
        <p14:creationId xmlns:p14="http://schemas.microsoft.com/office/powerpoint/2010/main" val="3450440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7">
            <a:extLst>
              <a:ext uri="{FF2B5EF4-FFF2-40B4-BE49-F238E27FC236}">
                <a16:creationId xmlns:a16="http://schemas.microsoft.com/office/drawing/2014/main" id="{4118AE41-BF28-0851-29ED-1E17442CD198}"/>
              </a:ext>
            </a:extLst>
          </p:cNvPr>
          <p:cNvSpPr txBox="1"/>
          <p:nvPr/>
        </p:nvSpPr>
        <p:spPr>
          <a:xfrm>
            <a:off x="568788" y="671909"/>
            <a:ext cx="10110612" cy="684162"/>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b="1" cap="all" noProof="0" dirty="0">
                <a:solidFill>
                  <a:srgbClr val="E4003A"/>
                </a:solidFill>
                <a:latin typeface="Montserrat Light"/>
              </a:rPr>
              <a:t>Cadrage</a:t>
            </a:r>
            <a:endParaRPr lang="fr-FR" sz="3500" b="1" cap="all" noProof="0" dirty="0">
              <a:solidFill>
                <a:srgbClr val="E4003A"/>
              </a:solidFill>
              <a:latin typeface="Montserrat Black" panose="00000A00000000000000" pitchFamily="2" charset="0"/>
            </a:endParaRPr>
          </a:p>
        </p:txBody>
      </p:sp>
      <p:sp>
        <p:nvSpPr>
          <p:cNvPr id="5" name="ZoneTexte 4">
            <a:extLst>
              <a:ext uri="{FF2B5EF4-FFF2-40B4-BE49-F238E27FC236}">
                <a16:creationId xmlns:a16="http://schemas.microsoft.com/office/drawing/2014/main" id="{90BC446B-146F-F675-18E0-69E1AC736CE9}"/>
              </a:ext>
            </a:extLst>
          </p:cNvPr>
          <p:cNvSpPr txBox="1"/>
          <p:nvPr/>
        </p:nvSpPr>
        <p:spPr>
          <a:xfrm>
            <a:off x="509981" y="2570025"/>
            <a:ext cx="7096225"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fr-FR" sz="1600" b="1" noProof="0" dirty="0">
                <a:solidFill>
                  <a:srgbClr val="E4003A"/>
                </a:solidFill>
                <a:latin typeface="Montserrat Light"/>
                <a:ea typeface="+mn-lt"/>
                <a:cs typeface="+mn-lt"/>
              </a:rPr>
              <a:t>Collecte complexe : </a:t>
            </a:r>
          </a:p>
          <a:p>
            <a:pPr fontAlgn="base"/>
            <a:r>
              <a:rPr lang="fr-FR" sz="1600" noProof="0" dirty="0">
                <a:latin typeface="Montserrat Light"/>
              </a:rPr>
              <a:t>Une centaine de collaborateurs terrain déployés à l’échelle nationale, avec une collecte physique des carnets.</a:t>
            </a:r>
          </a:p>
          <a:p>
            <a:endParaRPr lang="fr-FR" sz="1600" b="1" noProof="0" dirty="0">
              <a:solidFill>
                <a:srgbClr val="E4003A"/>
              </a:solidFill>
              <a:latin typeface="Montserrat Light"/>
              <a:ea typeface="+mn-lt"/>
              <a:cs typeface="+mn-lt"/>
            </a:endParaRPr>
          </a:p>
          <a:p>
            <a:r>
              <a:rPr lang="fr-FR" sz="1600" b="1" noProof="0" dirty="0">
                <a:solidFill>
                  <a:srgbClr val="E4003A"/>
                </a:solidFill>
                <a:latin typeface="Montserrat Light"/>
                <a:ea typeface="+mn-lt"/>
                <a:cs typeface="+mn-lt"/>
              </a:rPr>
              <a:t>Retard financier : </a:t>
            </a:r>
            <a:endParaRPr lang="fr-FR" sz="1600" noProof="0" dirty="0">
              <a:solidFill>
                <a:srgbClr val="E4003A"/>
              </a:solidFill>
              <a:latin typeface="Montserrat Light"/>
              <a:ea typeface="+mn-lt"/>
              <a:cs typeface="+mn-lt"/>
            </a:endParaRPr>
          </a:p>
          <a:p>
            <a:r>
              <a:rPr lang="fr-FR" sz="1600" noProof="0" dirty="0">
                <a:latin typeface="Montserrat Light"/>
                <a:ea typeface="+mn-lt"/>
                <a:cs typeface="+mn-lt"/>
              </a:rPr>
              <a:t>Collecte mensuelle occasionnant un décalage entre la prestation et la facturation.</a:t>
            </a:r>
          </a:p>
          <a:p>
            <a:endParaRPr lang="fr-FR" sz="1600" noProof="0" dirty="0">
              <a:latin typeface="Montserrat Light"/>
              <a:ea typeface="+mn-lt"/>
              <a:cs typeface="+mn-lt"/>
            </a:endParaRPr>
          </a:p>
          <a:p>
            <a:r>
              <a:rPr lang="fr-FR" sz="1600" b="1" noProof="0" dirty="0">
                <a:solidFill>
                  <a:srgbClr val="E4003A"/>
                </a:solidFill>
                <a:latin typeface="Montserrat Light"/>
                <a:ea typeface="+mn-lt"/>
                <a:cs typeface="+mn-lt"/>
              </a:rPr>
              <a:t>Risque administratif : </a:t>
            </a:r>
            <a:endParaRPr lang="fr-FR" sz="1600" noProof="0" dirty="0">
              <a:solidFill>
                <a:srgbClr val="E4003A"/>
              </a:solidFill>
              <a:latin typeface="Montserrat Light"/>
              <a:ea typeface="+mn-lt"/>
              <a:cs typeface="+mn-lt"/>
            </a:endParaRPr>
          </a:p>
          <a:p>
            <a:r>
              <a:rPr lang="fr-FR" sz="1600" noProof="0" dirty="0">
                <a:latin typeface="Montserrat Light"/>
                <a:ea typeface="+mn-lt"/>
                <a:cs typeface="+mn-lt"/>
              </a:rPr>
              <a:t>Perte de données, erreurs de saisie, illisibilité.</a:t>
            </a:r>
          </a:p>
          <a:p>
            <a:endParaRPr lang="fr-FR" sz="1600" noProof="0" dirty="0">
              <a:latin typeface="Montserrat" panose="00000500000000000000" pitchFamily="2" charset="0"/>
              <a:ea typeface="Calibri" panose="020F0502020204030204"/>
              <a:cs typeface="Calibri" panose="020F0502020204030204"/>
            </a:endParaRPr>
          </a:p>
          <a:p>
            <a:r>
              <a:rPr lang="fr-FR" sz="1600" b="1" noProof="0" dirty="0">
                <a:solidFill>
                  <a:srgbClr val="E4003A"/>
                </a:solidFill>
                <a:latin typeface="Montserrat Light"/>
                <a:ea typeface="+mn-lt"/>
                <a:cs typeface="+mn-lt"/>
              </a:rPr>
              <a:t>Pilotage limité : </a:t>
            </a:r>
            <a:endParaRPr lang="fr-FR" sz="1600" noProof="0" dirty="0">
              <a:solidFill>
                <a:srgbClr val="E4003A"/>
              </a:solidFill>
              <a:latin typeface="Montserrat Light"/>
              <a:ea typeface="+mn-lt"/>
              <a:cs typeface="+mn-lt"/>
            </a:endParaRPr>
          </a:p>
          <a:p>
            <a:r>
              <a:rPr lang="fr-FR" sz="1600" noProof="0" dirty="0">
                <a:latin typeface="Montserrat Light"/>
                <a:ea typeface="+mn-lt"/>
                <a:cs typeface="+mn-lt"/>
              </a:rPr>
              <a:t>Vision de l’avancée des chantiers limitée, détection tardive en cas de dérive sur un chantier.</a:t>
            </a:r>
          </a:p>
          <a:p>
            <a:endParaRPr lang="fr-FR" sz="1600" noProof="0" dirty="0">
              <a:latin typeface="Montserrat" panose="00000500000000000000" pitchFamily="2" charset="0"/>
              <a:ea typeface="Calibri" panose="020F0502020204030204"/>
              <a:cs typeface="Calibri" panose="020F0502020204030204"/>
            </a:endParaRPr>
          </a:p>
          <a:p>
            <a:pPr algn="ctr"/>
            <a:endParaRPr lang="fr-FR" noProof="0" dirty="0">
              <a:ea typeface="Calibri" panose="020F0502020204030204"/>
              <a:cs typeface="Calibri" panose="020F0502020204030204"/>
            </a:endParaRPr>
          </a:p>
        </p:txBody>
      </p:sp>
      <p:sp>
        <p:nvSpPr>
          <p:cNvPr id="6" name="ZoneTexte 5">
            <a:extLst>
              <a:ext uri="{FF2B5EF4-FFF2-40B4-BE49-F238E27FC236}">
                <a16:creationId xmlns:a16="http://schemas.microsoft.com/office/drawing/2014/main" id="{D48B6D90-0D01-5014-2CD6-562253EB4295}"/>
              </a:ext>
            </a:extLst>
          </p:cNvPr>
          <p:cNvSpPr txBox="1"/>
          <p:nvPr/>
        </p:nvSpPr>
        <p:spPr>
          <a:xfrm>
            <a:off x="568788" y="1887318"/>
            <a:ext cx="7657213" cy="369332"/>
          </a:xfrm>
          <a:prstGeom prst="rect">
            <a:avLst/>
          </a:prstGeom>
          <a:noFill/>
        </p:spPr>
        <p:txBody>
          <a:bodyPr wrap="square" lIns="91440" tIns="45720" rIns="91440" bIns="45720" anchor="t">
            <a:spAutoFit/>
          </a:bodyPr>
          <a:lstStyle/>
          <a:p>
            <a:r>
              <a:rPr lang="fr-FR" b="1" noProof="0" dirty="0">
                <a:solidFill>
                  <a:srgbClr val="E4003A"/>
                </a:solidFill>
                <a:latin typeface="Montserrat"/>
              </a:rPr>
              <a:t>Processus papier pour la collecte des données de facturation </a:t>
            </a:r>
          </a:p>
        </p:txBody>
      </p:sp>
      <p:sp>
        <p:nvSpPr>
          <p:cNvPr id="7" name="ZoneTexte 6">
            <a:extLst>
              <a:ext uri="{FF2B5EF4-FFF2-40B4-BE49-F238E27FC236}">
                <a16:creationId xmlns:a16="http://schemas.microsoft.com/office/drawing/2014/main" id="{88898C02-FBC6-C643-BC39-1C46F1BBADE4}"/>
              </a:ext>
            </a:extLst>
          </p:cNvPr>
          <p:cNvSpPr txBox="1"/>
          <p:nvPr/>
        </p:nvSpPr>
        <p:spPr>
          <a:xfrm>
            <a:off x="3576702" y="905503"/>
            <a:ext cx="7102698" cy="369332"/>
          </a:xfrm>
          <a:prstGeom prst="rect">
            <a:avLst/>
          </a:prstGeom>
          <a:noFill/>
        </p:spPr>
        <p:txBody>
          <a:bodyPr wrap="square" lIns="91440" tIns="45720" rIns="91440" bIns="45720" anchor="t">
            <a:spAutoFit/>
          </a:bodyPr>
          <a:lstStyle/>
          <a:p>
            <a:r>
              <a:rPr lang="fr-FR" b="1" noProof="0" dirty="0">
                <a:latin typeface="Montserrat"/>
              </a:rPr>
              <a:t>Contexte et problématiques actuelles</a:t>
            </a:r>
          </a:p>
        </p:txBody>
      </p:sp>
      <p:pic>
        <p:nvPicPr>
          <p:cNvPr id="9" name="Image 0" descr="/mnt/data/a_clean_professional_split_scene_concept_illustra.png">
            <a:extLst>
              <a:ext uri="{FF2B5EF4-FFF2-40B4-BE49-F238E27FC236}">
                <a16:creationId xmlns:a16="http://schemas.microsoft.com/office/drawing/2014/main" id="{B9BD30D7-29CB-AC0B-D2F9-0476E962AEA4}"/>
              </a:ext>
            </a:extLst>
          </p:cNvPr>
          <p:cNvPicPr>
            <a:picLocks noChangeAspect="1"/>
          </p:cNvPicPr>
          <p:nvPr/>
        </p:nvPicPr>
        <p:blipFill>
          <a:blip r:embed="rId3"/>
          <a:srcRect t="2000" r="19373" b="2000"/>
          <a:stretch/>
        </p:blipFill>
        <p:spPr>
          <a:xfrm>
            <a:off x="7606206" y="2787897"/>
            <a:ext cx="4434840" cy="2971800"/>
          </a:xfrm>
          <a:prstGeom prst="rect">
            <a:avLst/>
          </a:prstGeom>
        </p:spPr>
      </p:pic>
    </p:spTree>
    <p:extLst>
      <p:ext uri="{BB962C8B-B14F-4D97-AF65-F5344CB8AC3E}">
        <p14:creationId xmlns:p14="http://schemas.microsoft.com/office/powerpoint/2010/main" val="1611006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F5AB0-21A5-77BE-C507-94BBDC3F52DE}"/>
            </a:ext>
          </a:extLst>
        </p:cNvPr>
        <p:cNvGrpSpPr/>
        <p:nvPr/>
      </p:nvGrpSpPr>
      <p:grpSpPr>
        <a:xfrm>
          <a:off x="0" y="0"/>
          <a:ext cx="0" cy="0"/>
          <a:chOff x="0" y="0"/>
          <a:chExt cx="0" cy="0"/>
        </a:xfrm>
      </p:grpSpPr>
      <p:sp>
        <p:nvSpPr>
          <p:cNvPr id="4" name="ZoneTexte 7">
            <a:extLst>
              <a:ext uri="{FF2B5EF4-FFF2-40B4-BE49-F238E27FC236}">
                <a16:creationId xmlns:a16="http://schemas.microsoft.com/office/drawing/2014/main" id="{346E42A1-8B8D-198B-4542-184E7F9B6BB0}"/>
              </a:ext>
            </a:extLst>
          </p:cNvPr>
          <p:cNvSpPr txBox="1"/>
          <p:nvPr/>
        </p:nvSpPr>
        <p:spPr>
          <a:xfrm>
            <a:off x="568788" y="671909"/>
            <a:ext cx="10110612" cy="684162"/>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b="1" cap="all" noProof="0" dirty="0">
                <a:solidFill>
                  <a:srgbClr val="E4003A"/>
                </a:solidFill>
                <a:latin typeface="Montserrat Light"/>
              </a:rPr>
              <a:t>Cadrage</a:t>
            </a:r>
            <a:endParaRPr lang="fr-FR" sz="3500" b="1" cap="all" noProof="0" dirty="0">
              <a:solidFill>
                <a:srgbClr val="E4003A"/>
              </a:solidFill>
              <a:latin typeface="Montserrat Black" panose="00000A00000000000000" pitchFamily="2" charset="0"/>
            </a:endParaRPr>
          </a:p>
        </p:txBody>
      </p:sp>
      <p:sp>
        <p:nvSpPr>
          <p:cNvPr id="5" name="ZoneTexte 4">
            <a:extLst>
              <a:ext uri="{FF2B5EF4-FFF2-40B4-BE49-F238E27FC236}">
                <a16:creationId xmlns:a16="http://schemas.microsoft.com/office/drawing/2014/main" id="{A8B56A91-B7EE-E8FE-0261-ACE58FFEE4CC}"/>
              </a:ext>
            </a:extLst>
          </p:cNvPr>
          <p:cNvSpPr txBox="1"/>
          <p:nvPr/>
        </p:nvSpPr>
        <p:spPr>
          <a:xfrm>
            <a:off x="509981" y="2570025"/>
            <a:ext cx="7096225"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fr-FR" sz="1600" b="1" noProof="0" dirty="0">
                <a:solidFill>
                  <a:srgbClr val="E4003A"/>
                </a:solidFill>
                <a:latin typeface="Montserrat Light"/>
                <a:ea typeface="+mn-lt"/>
                <a:cs typeface="+mn-lt"/>
              </a:rPr>
              <a:t>Créer et planifier : </a:t>
            </a:r>
          </a:p>
          <a:p>
            <a:pPr fontAlgn="base"/>
            <a:r>
              <a:rPr lang="fr-FR" sz="1600" dirty="0">
                <a:latin typeface="Montserrat Light"/>
              </a:rPr>
              <a:t>Création des chantiers, collaborateurs, machines pour intégration dans le planning.</a:t>
            </a:r>
            <a:endParaRPr lang="fr-FR" sz="1600" noProof="0" dirty="0">
              <a:latin typeface="Montserrat Light"/>
            </a:endParaRPr>
          </a:p>
          <a:p>
            <a:endParaRPr lang="fr-FR" sz="1600" b="1" noProof="0" dirty="0">
              <a:solidFill>
                <a:srgbClr val="E4003A"/>
              </a:solidFill>
              <a:latin typeface="Montserrat Light"/>
              <a:ea typeface="+mn-lt"/>
              <a:cs typeface="+mn-lt"/>
            </a:endParaRPr>
          </a:p>
          <a:p>
            <a:r>
              <a:rPr lang="fr-FR" sz="1600" b="1" dirty="0">
                <a:solidFill>
                  <a:srgbClr val="E4003A"/>
                </a:solidFill>
                <a:latin typeface="Montserrat Light"/>
                <a:ea typeface="+mn-lt"/>
                <a:cs typeface="+mn-lt"/>
              </a:rPr>
              <a:t>Saisie simplifiée</a:t>
            </a:r>
            <a:r>
              <a:rPr lang="fr-FR" sz="1600" b="1" noProof="0" dirty="0">
                <a:solidFill>
                  <a:srgbClr val="E4003A"/>
                </a:solidFill>
                <a:latin typeface="Montserrat Light"/>
                <a:ea typeface="+mn-lt"/>
                <a:cs typeface="+mn-lt"/>
              </a:rPr>
              <a:t> : </a:t>
            </a:r>
            <a:endParaRPr lang="fr-FR" sz="1600" noProof="0" dirty="0">
              <a:solidFill>
                <a:srgbClr val="E4003A"/>
              </a:solidFill>
              <a:latin typeface="Montserrat Light"/>
              <a:ea typeface="+mn-lt"/>
              <a:cs typeface="+mn-lt"/>
            </a:endParaRPr>
          </a:p>
          <a:p>
            <a:r>
              <a:rPr lang="fr-FR" sz="1600" dirty="0">
                <a:latin typeface="Montserrat Light"/>
                <a:ea typeface="+mn-lt"/>
                <a:cs typeface="+mn-lt"/>
              </a:rPr>
              <a:t>Formulaires adaptés à chaque chantier remplaçant les carnets, réduisant les erreurs, et uniformisant les données.</a:t>
            </a:r>
            <a:endParaRPr lang="fr-FR" sz="1600" noProof="0" dirty="0">
              <a:latin typeface="Montserrat Light"/>
              <a:ea typeface="+mn-lt"/>
              <a:cs typeface="+mn-lt"/>
            </a:endParaRPr>
          </a:p>
          <a:p>
            <a:endParaRPr lang="fr-FR" sz="1600" noProof="0" dirty="0">
              <a:latin typeface="Montserrat Light"/>
              <a:ea typeface="+mn-lt"/>
              <a:cs typeface="+mn-lt"/>
            </a:endParaRPr>
          </a:p>
          <a:p>
            <a:r>
              <a:rPr lang="fr-FR" sz="1600" b="1" dirty="0">
                <a:solidFill>
                  <a:srgbClr val="E4003A"/>
                </a:solidFill>
                <a:latin typeface="Montserrat Light"/>
                <a:ea typeface="+mn-lt"/>
                <a:cs typeface="+mn-lt"/>
              </a:rPr>
              <a:t>Transmission en temps réel</a:t>
            </a:r>
            <a:r>
              <a:rPr lang="fr-FR" sz="1600" b="1" noProof="0" dirty="0">
                <a:solidFill>
                  <a:srgbClr val="E4003A"/>
                </a:solidFill>
                <a:latin typeface="Montserrat Light"/>
                <a:ea typeface="+mn-lt"/>
                <a:cs typeface="+mn-lt"/>
              </a:rPr>
              <a:t> : </a:t>
            </a:r>
            <a:endParaRPr lang="fr-FR" sz="1600" noProof="0" dirty="0">
              <a:solidFill>
                <a:srgbClr val="E4003A"/>
              </a:solidFill>
              <a:latin typeface="Montserrat Light"/>
              <a:ea typeface="+mn-lt"/>
              <a:cs typeface="+mn-lt"/>
            </a:endParaRPr>
          </a:p>
          <a:p>
            <a:r>
              <a:rPr lang="fr-FR" sz="1600" dirty="0">
                <a:latin typeface="Montserrat Light"/>
                <a:ea typeface="+mn-lt"/>
                <a:cs typeface="+mn-lt"/>
              </a:rPr>
              <a:t>Échange de données entre le siège et les équipes de manière instantanée.</a:t>
            </a:r>
            <a:endParaRPr lang="fr-FR" sz="1600" noProof="0" dirty="0">
              <a:latin typeface="Montserrat Light"/>
              <a:ea typeface="+mn-lt"/>
              <a:cs typeface="+mn-lt"/>
            </a:endParaRPr>
          </a:p>
          <a:p>
            <a:endParaRPr lang="fr-FR" sz="1600" noProof="0" dirty="0">
              <a:latin typeface="Montserrat" panose="00000500000000000000" pitchFamily="2" charset="0"/>
              <a:ea typeface="Calibri" panose="020F0502020204030204"/>
              <a:cs typeface="Calibri" panose="020F0502020204030204"/>
            </a:endParaRPr>
          </a:p>
          <a:p>
            <a:r>
              <a:rPr lang="fr-FR" sz="1600" b="1" noProof="0" dirty="0">
                <a:solidFill>
                  <a:srgbClr val="E4003A"/>
                </a:solidFill>
                <a:latin typeface="Montserrat Light"/>
                <a:ea typeface="+mn-lt"/>
                <a:cs typeface="+mn-lt"/>
              </a:rPr>
              <a:t>Pilotage </a:t>
            </a:r>
            <a:r>
              <a:rPr lang="fr-FR" sz="1600" b="1" dirty="0">
                <a:solidFill>
                  <a:srgbClr val="E4003A"/>
                </a:solidFill>
                <a:latin typeface="Montserrat Light"/>
                <a:ea typeface="+mn-lt"/>
                <a:cs typeface="+mn-lt"/>
              </a:rPr>
              <a:t>amélioré</a:t>
            </a:r>
            <a:r>
              <a:rPr lang="fr-FR" sz="1600" b="1" noProof="0" dirty="0">
                <a:solidFill>
                  <a:srgbClr val="E4003A"/>
                </a:solidFill>
                <a:latin typeface="Montserrat Light"/>
                <a:ea typeface="+mn-lt"/>
                <a:cs typeface="+mn-lt"/>
              </a:rPr>
              <a:t> : </a:t>
            </a:r>
            <a:endParaRPr lang="fr-FR" sz="1600" noProof="0" dirty="0">
              <a:solidFill>
                <a:srgbClr val="E4003A"/>
              </a:solidFill>
              <a:latin typeface="Montserrat Light"/>
              <a:ea typeface="+mn-lt"/>
              <a:cs typeface="+mn-lt"/>
            </a:endParaRPr>
          </a:p>
          <a:p>
            <a:r>
              <a:rPr lang="fr-FR" sz="1600" dirty="0">
                <a:latin typeface="Montserrat Light"/>
                <a:ea typeface="+mn-lt"/>
                <a:cs typeface="+mn-lt"/>
              </a:rPr>
              <a:t>Visibilité sur l’avancement et la rentabilité des chantiers.</a:t>
            </a:r>
            <a:endParaRPr lang="fr-FR" sz="1600" noProof="0" dirty="0">
              <a:latin typeface="Montserrat Light"/>
              <a:ea typeface="+mn-lt"/>
              <a:cs typeface="+mn-lt"/>
            </a:endParaRPr>
          </a:p>
          <a:p>
            <a:endParaRPr lang="fr-FR" sz="1600" noProof="0" dirty="0">
              <a:latin typeface="Montserrat" panose="00000500000000000000" pitchFamily="2" charset="0"/>
              <a:ea typeface="Calibri" panose="020F0502020204030204"/>
              <a:cs typeface="Calibri" panose="020F0502020204030204"/>
            </a:endParaRPr>
          </a:p>
          <a:p>
            <a:pPr algn="ctr"/>
            <a:endParaRPr lang="fr-FR" noProof="0" dirty="0">
              <a:ea typeface="Calibri" panose="020F0502020204030204"/>
              <a:cs typeface="Calibri" panose="020F0502020204030204"/>
            </a:endParaRPr>
          </a:p>
        </p:txBody>
      </p:sp>
      <p:sp>
        <p:nvSpPr>
          <p:cNvPr id="6" name="ZoneTexte 5">
            <a:extLst>
              <a:ext uri="{FF2B5EF4-FFF2-40B4-BE49-F238E27FC236}">
                <a16:creationId xmlns:a16="http://schemas.microsoft.com/office/drawing/2014/main" id="{355001D0-1CF4-3DD3-7BEF-6F018729317C}"/>
              </a:ext>
            </a:extLst>
          </p:cNvPr>
          <p:cNvSpPr txBox="1"/>
          <p:nvPr/>
        </p:nvSpPr>
        <p:spPr>
          <a:xfrm>
            <a:off x="568788" y="1887318"/>
            <a:ext cx="7657213" cy="369332"/>
          </a:xfrm>
          <a:prstGeom prst="rect">
            <a:avLst/>
          </a:prstGeom>
          <a:noFill/>
        </p:spPr>
        <p:txBody>
          <a:bodyPr wrap="square" lIns="91440" tIns="45720" rIns="91440" bIns="45720" anchor="t">
            <a:spAutoFit/>
          </a:bodyPr>
          <a:lstStyle/>
          <a:p>
            <a:r>
              <a:rPr lang="fr-FR" b="1" noProof="0" dirty="0">
                <a:solidFill>
                  <a:srgbClr val="E4003A"/>
                </a:solidFill>
                <a:latin typeface="Montserrat"/>
              </a:rPr>
              <a:t>Basculer vers un processus numérique</a:t>
            </a:r>
          </a:p>
        </p:txBody>
      </p:sp>
      <p:sp>
        <p:nvSpPr>
          <p:cNvPr id="7" name="ZoneTexte 6">
            <a:extLst>
              <a:ext uri="{FF2B5EF4-FFF2-40B4-BE49-F238E27FC236}">
                <a16:creationId xmlns:a16="http://schemas.microsoft.com/office/drawing/2014/main" id="{DEE0E044-CB52-C6DD-E6CB-12FEA8F4DCB2}"/>
              </a:ext>
            </a:extLst>
          </p:cNvPr>
          <p:cNvSpPr txBox="1"/>
          <p:nvPr/>
        </p:nvSpPr>
        <p:spPr>
          <a:xfrm>
            <a:off x="3576702" y="905503"/>
            <a:ext cx="7102698" cy="369332"/>
          </a:xfrm>
          <a:prstGeom prst="rect">
            <a:avLst/>
          </a:prstGeom>
          <a:noFill/>
        </p:spPr>
        <p:txBody>
          <a:bodyPr wrap="square" lIns="91440" tIns="45720" rIns="91440" bIns="45720" anchor="t">
            <a:spAutoFit/>
          </a:bodyPr>
          <a:lstStyle/>
          <a:p>
            <a:r>
              <a:rPr lang="fr-FR" b="1" dirty="0">
                <a:latin typeface="Montserrat"/>
              </a:rPr>
              <a:t>Objectifs du projet</a:t>
            </a:r>
            <a:endParaRPr lang="fr-FR" b="1" noProof="0" dirty="0">
              <a:latin typeface="Montserrat"/>
            </a:endParaRPr>
          </a:p>
        </p:txBody>
      </p:sp>
      <p:pic>
        <p:nvPicPr>
          <p:cNvPr id="9" name="Image 0" descr="/mnt/data/a_clean_professional_split_scene_concept_illustra.png">
            <a:extLst>
              <a:ext uri="{FF2B5EF4-FFF2-40B4-BE49-F238E27FC236}">
                <a16:creationId xmlns:a16="http://schemas.microsoft.com/office/drawing/2014/main" id="{E0307391-CB66-4582-AEDB-0C668065B697}"/>
              </a:ext>
            </a:extLst>
          </p:cNvPr>
          <p:cNvPicPr>
            <a:picLocks noChangeAspect="1"/>
          </p:cNvPicPr>
          <p:nvPr/>
        </p:nvPicPr>
        <p:blipFill>
          <a:blip r:embed="rId3"/>
          <a:srcRect t="2000" r="19373" b="2000"/>
          <a:stretch/>
        </p:blipFill>
        <p:spPr>
          <a:xfrm>
            <a:off x="7606206" y="2787897"/>
            <a:ext cx="4434840" cy="2971800"/>
          </a:xfrm>
          <a:prstGeom prst="rect">
            <a:avLst/>
          </a:prstGeom>
        </p:spPr>
      </p:pic>
    </p:spTree>
    <p:extLst>
      <p:ext uri="{BB962C8B-B14F-4D97-AF65-F5344CB8AC3E}">
        <p14:creationId xmlns:p14="http://schemas.microsoft.com/office/powerpoint/2010/main" val="3400935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8B223-9482-F8B2-4461-509F5181B0BD}"/>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1F5463BB-73DC-3181-CA36-A4AB986A06E6}"/>
              </a:ext>
            </a:extLst>
          </p:cNvPr>
          <p:cNvSpPr txBox="1"/>
          <p:nvPr/>
        </p:nvSpPr>
        <p:spPr>
          <a:xfrm>
            <a:off x="416180" y="1985163"/>
            <a:ext cx="3806640" cy="784830"/>
          </a:xfrm>
          <a:prstGeom prst="rect">
            <a:avLst/>
          </a:prstGeom>
          <a:noFill/>
        </p:spPr>
        <p:txBody>
          <a:bodyPr wrap="square" lIns="91440" tIns="45720" rIns="91440" bIns="45720" rtlCol="0" anchor="t">
            <a:spAutoFit/>
          </a:bodyPr>
          <a:lstStyle/>
          <a:p>
            <a:r>
              <a:rPr lang="fr-FR" sz="4500" b="1" dirty="0">
                <a:solidFill>
                  <a:schemeClr val="bg1"/>
                </a:solidFill>
                <a:latin typeface="Montserrat Black"/>
              </a:rPr>
              <a:t>ATELIER 1</a:t>
            </a:r>
          </a:p>
        </p:txBody>
      </p:sp>
      <p:sp>
        <p:nvSpPr>
          <p:cNvPr id="4" name="ZoneTexte 3">
            <a:extLst>
              <a:ext uri="{FF2B5EF4-FFF2-40B4-BE49-F238E27FC236}">
                <a16:creationId xmlns:a16="http://schemas.microsoft.com/office/drawing/2014/main" id="{555CFCD6-0D5E-C111-0689-3054BD1141BD}"/>
              </a:ext>
            </a:extLst>
          </p:cNvPr>
          <p:cNvSpPr txBox="1"/>
          <p:nvPr/>
        </p:nvSpPr>
        <p:spPr>
          <a:xfrm>
            <a:off x="416180" y="2967121"/>
            <a:ext cx="3806640" cy="646331"/>
          </a:xfrm>
          <a:prstGeom prst="rect">
            <a:avLst/>
          </a:prstGeom>
          <a:noFill/>
        </p:spPr>
        <p:txBody>
          <a:bodyPr wrap="square" lIns="91440" tIns="45720" rIns="91440" bIns="45720" rtlCol="0" anchor="t">
            <a:spAutoFit/>
          </a:bodyPr>
          <a:lstStyle/>
          <a:p>
            <a:r>
              <a:rPr lang="fr-FR" sz="3600" dirty="0">
                <a:solidFill>
                  <a:srgbClr val="E4003A"/>
                </a:solidFill>
                <a:latin typeface="Montserrat Black"/>
              </a:rPr>
              <a:t>Profils</a:t>
            </a:r>
          </a:p>
        </p:txBody>
      </p:sp>
    </p:spTree>
    <p:extLst>
      <p:ext uri="{BB962C8B-B14F-4D97-AF65-F5344CB8AC3E}">
        <p14:creationId xmlns:p14="http://schemas.microsoft.com/office/powerpoint/2010/main" val="3527242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FA39D-7BF8-4349-899B-36123A1D221C}"/>
            </a:ext>
          </a:extLst>
        </p:cNvPr>
        <p:cNvGrpSpPr/>
        <p:nvPr/>
      </p:nvGrpSpPr>
      <p:grpSpPr>
        <a:xfrm>
          <a:off x="0" y="0"/>
          <a:ext cx="0" cy="0"/>
          <a:chOff x="0" y="0"/>
          <a:chExt cx="0" cy="0"/>
        </a:xfrm>
      </p:grpSpPr>
      <p:sp>
        <p:nvSpPr>
          <p:cNvPr id="4" name="ZoneTexte 7">
            <a:extLst>
              <a:ext uri="{FF2B5EF4-FFF2-40B4-BE49-F238E27FC236}">
                <a16:creationId xmlns:a16="http://schemas.microsoft.com/office/drawing/2014/main" id="{28A2B79B-5506-A37B-7D9C-477462DB873F}"/>
              </a:ext>
            </a:extLst>
          </p:cNvPr>
          <p:cNvSpPr txBox="1"/>
          <p:nvPr/>
        </p:nvSpPr>
        <p:spPr>
          <a:xfrm>
            <a:off x="568788" y="671909"/>
            <a:ext cx="10110612" cy="684162"/>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b="1" cap="all" dirty="0">
                <a:solidFill>
                  <a:srgbClr val="E4003A"/>
                </a:solidFill>
                <a:latin typeface="Montserrat Light"/>
              </a:rPr>
              <a:t>Atelier 1</a:t>
            </a:r>
            <a:endParaRPr lang="fr-FR" sz="3500" b="1" cap="all" noProof="0" dirty="0">
              <a:solidFill>
                <a:srgbClr val="E4003A"/>
              </a:solidFill>
              <a:latin typeface="Montserrat Black" panose="00000A00000000000000" pitchFamily="2" charset="0"/>
            </a:endParaRPr>
          </a:p>
        </p:txBody>
      </p:sp>
      <p:sp>
        <p:nvSpPr>
          <p:cNvPr id="5" name="ZoneTexte 4">
            <a:extLst>
              <a:ext uri="{FF2B5EF4-FFF2-40B4-BE49-F238E27FC236}">
                <a16:creationId xmlns:a16="http://schemas.microsoft.com/office/drawing/2014/main" id="{5A0B0AB4-EB6A-94B3-043C-50003A49C856}"/>
              </a:ext>
            </a:extLst>
          </p:cNvPr>
          <p:cNvSpPr txBox="1"/>
          <p:nvPr/>
        </p:nvSpPr>
        <p:spPr>
          <a:xfrm>
            <a:off x="509981" y="2570025"/>
            <a:ext cx="7096225" cy="35702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fr-FR" sz="1600" b="1" dirty="0">
                <a:solidFill>
                  <a:srgbClr val="E4003A"/>
                </a:solidFill>
                <a:latin typeface="Montserrat Light"/>
                <a:ea typeface="+mn-lt"/>
                <a:cs typeface="+mn-lt"/>
              </a:rPr>
              <a:t>Définir</a:t>
            </a:r>
            <a:r>
              <a:rPr lang="fr-FR" sz="1600" b="1" noProof="0" dirty="0">
                <a:solidFill>
                  <a:srgbClr val="E4003A"/>
                </a:solidFill>
                <a:latin typeface="Montserrat Light"/>
                <a:ea typeface="+mn-lt"/>
                <a:cs typeface="+mn-lt"/>
              </a:rPr>
              <a:t> : </a:t>
            </a:r>
          </a:p>
          <a:p>
            <a:pPr marL="285750" indent="-285750">
              <a:buFontTx/>
              <a:buChar char="-"/>
            </a:pPr>
            <a:r>
              <a:rPr lang="fr-FR" sz="1600" noProof="0" dirty="0">
                <a:latin typeface="Montserrat" panose="00000500000000000000" pitchFamily="2" charset="0"/>
                <a:ea typeface="Calibri" panose="020F0502020204030204"/>
                <a:cs typeface="Calibri" panose="020F0502020204030204"/>
              </a:rPr>
              <a:t>Profil</a:t>
            </a:r>
          </a:p>
          <a:p>
            <a:pPr marL="742950" lvl="1" indent="-285750">
              <a:buFont typeface="Arial" panose="020B0604020202020204" pitchFamily="34" charset="0"/>
              <a:buChar char="•"/>
            </a:pPr>
            <a:r>
              <a:rPr lang="fr-FR" sz="1600" dirty="0">
                <a:latin typeface="Montserrat" panose="00000500000000000000" pitchFamily="2" charset="0"/>
                <a:ea typeface="Calibri" panose="020F0502020204030204"/>
                <a:cs typeface="Calibri" panose="020F0502020204030204"/>
              </a:rPr>
              <a:t>Comptable</a:t>
            </a:r>
          </a:p>
          <a:p>
            <a:pPr marL="742950" lvl="1" indent="-285750">
              <a:buFont typeface="Arial" panose="020B0604020202020204" pitchFamily="34" charset="0"/>
              <a:buChar char="•"/>
            </a:pPr>
            <a:r>
              <a:rPr lang="fr-FR" sz="1600" noProof="0" dirty="0">
                <a:latin typeface="Montserrat" panose="00000500000000000000" pitchFamily="2" charset="0"/>
                <a:ea typeface="Calibri" panose="020F0502020204030204"/>
                <a:cs typeface="Calibri" panose="020F0502020204030204"/>
              </a:rPr>
              <a:t>Ouvrier</a:t>
            </a:r>
          </a:p>
          <a:p>
            <a:pPr marL="742950" lvl="1" indent="-285750">
              <a:buFont typeface="Arial" panose="020B0604020202020204" pitchFamily="34" charset="0"/>
              <a:buChar char="•"/>
            </a:pPr>
            <a:r>
              <a:rPr lang="fr-FR" sz="1600" dirty="0">
                <a:latin typeface="Montserrat" panose="00000500000000000000" pitchFamily="2" charset="0"/>
                <a:ea typeface="Calibri" panose="020F0502020204030204"/>
                <a:cs typeface="Calibri" panose="020F0502020204030204"/>
              </a:rPr>
              <a:t>…</a:t>
            </a:r>
            <a:endParaRPr lang="fr-FR" sz="1600" noProof="0" dirty="0">
              <a:latin typeface="Montserrat" panose="00000500000000000000" pitchFamily="2" charset="0"/>
              <a:ea typeface="Calibri" panose="020F0502020204030204"/>
              <a:cs typeface="Calibri" panose="020F0502020204030204"/>
            </a:endParaRPr>
          </a:p>
          <a:p>
            <a:pPr marL="285750" indent="-285750">
              <a:buFontTx/>
              <a:buChar char="-"/>
            </a:pPr>
            <a:r>
              <a:rPr lang="fr-FR" sz="1600" dirty="0">
                <a:latin typeface="Montserrat" panose="00000500000000000000" pitchFamily="2" charset="0"/>
                <a:ea typeface="Calibri" panose="020F0502020204030204"/>
                <a:cs typeface="Calibri" panose="020F0502020204030204"/>
              </a:rPr>
              <a:t>Support</a:t>
            </a:r>
          </a:p>
          <a:p>
            <a:pPr marL="742950" lvl="1" indent="-285750">
              <a:buFont typeface="Arial" panose="020B0604020202020204" pitchFamily="34" charset="0"/>
              <a:buChar char="•"/>
            </a:pPr>
            <a:r>
              <a:rPr lang="fr-FR" sz="1600" dirty="0">
                <a:latin typeface="Montserrat" panose="00000500000000000000" pitchFamily="2" charset="0"/>
                <a:ea typeface="Calibri" panose="020F0502020204030204"/>
                <a:cs typeface="Calibri" panose="020F0502020204030204"/>
              </a:rPr>
              <a:t>Mobile</a:t>
            </a:r>
          </a:p>
          <a:p>
            <a:pPr marL="742950" lvl="1" indent="-285750">
              <a:buFont typeface="Arial" panose="020B0604020202020204" pitchFamily="34" charset="0"/>
              <a:buChar char="•"/>
            </a:pPr>
            <a:r>
              <a:rPr lang="fr-FR" sz="1600" dirty="0">
                <a:latin typeface="Montserrat" panose="00000500000000000000" pitchFamily="2" charset="0"/>
                <a:ea typeface="Calibri" panose="020F0502020204030204"/>
                <a:cs typeface="Calibri" panose="020F0502020204030204"/>
              </a:rPr>
              <a:t>Bureau</a:t>
            </a:r>
          </a:p>
          <a:p>
            <a:pPr marL="285750" indent="-285750">
              <a:buFontTx/>
              <a:buChar char="-"/>
            </a:pPr>
            <a:r>
              <a:rPr lang="fr-FR" sz="1600" noProof="0" dirty="0">
                <a:latin typeface="Montserrat" panose="00000500000000000000" pitchFamily="2" charset="0"/>
                <a:ea typeface="Calibri" panose="020F0502020204030204"/>
                <a:cs typeface="Calibri" panose="020F0502020204030204"/>
              </a:rPr>
              <a:t>Usage</a:t>
            </a:r>
          </a:p>
          <a:p>
            <a:pPr marL="742950" lvl="1" indent="-285750">
              <a:buFont typeface="Arial" panose="020B0604020202020204" pitchFamily="34" charset="0"/>
              <a:buChar char="•"/>
            </a:pPr>
            <a:r>
              <a:rPr lang="fr-FR" sz="1600" dirty="0">
                <a:latin typeface="Montserrat" panose="00000500000000000000" pitchFamily="2" charset="0"/>
                <a:ea typeface="Calibri" panose="020F0502020204030204"/>
                <a:cs typeface="Calibri" panose="020F0502020204030204"/>
              </a:rPr>
              <a:t>Saisie des heures</a:t>
            </a:r>
          </a:p>
          <a:p>
            <a:pPr marL="742950" lvl="1" indent="-285750">
              <a:buFont typeface="Arial" panose="020B0604020202020204" pitchFamily="34" charset="0"/>
              <a:buChar char="•"/>
            </a:pPr>
            <a:r>
              <a:rPr lang="fr-FR" sz="1600" noProof="0" dirty="0">
                <a:latin typeface="Montserrat" panose="00000500000000000000" pitchFamily="2" charset="0"/>
                <a:ea typeface="Calibri" panose="020F0502020204030204"/>
                <a:cs typeface="Calibri" panose="020F0502020204030204"/>
              </a:rPr>
              <a:t>Contrôles</a:t>
            </a:r>
          </a:p>
          <a:p>
            <a:pPr marL="742950" lvl="1" indent="-285750">
              <a:buFont typeface="Arial" panose="020B0604020202020204" pitchFamily="34" charset="0"/>
              <a:buChar char="•"/>
            </a:pPr>
            <a:r>
              <a:rPr lang="fr-FR" sz="1600" noProof="0" dirty="0">
                <a:latin typeface="Montserrat" panose="00000500000000000000" pitchFamily="2" charset="0"/>
                <a:ea typeface="Calibri" panose="020F0502020204030204"/>
                <a:cs typeface="Calibri" panose="020F0502020204030204"/>
              </a:rPr>
              <a:t>…</a:t>
            </a:r>
          </a:p>
          <a:p>
            <a:pPr marL="285750" indent="-285750">
              <a:buFontTx/>
              <a:buChar char="-"/>
            </a:pPr>
            <a:r>
              <a:rPr lang="fr-FR" sz="1600" dirty="0">
                <a:latin typeface="Montserrat" panose="00000500000000000000" pitchFamily="2" charset="0"/>
                <a:ea typeface="Calibri" panose="020F0502020204030204"/>
                <a:cs typeface="Calibri" panose="020F0502020204030204"/>
              </a:rPr>
              <a:t>volumétrie</a:t>
            </a:r>
            <a:endParaRPr lang="fr-FR" sz="1600" noProof="0" dirty="0">
              <a:latin typeface="Montserrat" panose="00000500000000000000" pitchFamily="2" charset="0"/>
              <a:ea typeface="Calibri" panose="020F0502020204030204"/>
              <a:cs typeface="Calibri" panose="020F0502020204030204"/>
            </a:endParaRPr>
          </a:p>
          <a:p>
            <a:pPr algn="ctr"/>
            <a:endParaRPr lang="fr-FR" noProof="0" dirty="0">
              <a:ea typeface="Calibri" panose="020F0502020204030204"/>
              <a:cs typeface="Calibri" panose="020F0502020204030204"/>
            </a:endParaRPr>
          </a:p>
        </p:txBody>
      </p:sp>
      <p:sp>
        <p:nvSpPr>
          <p:cNvPr id="6" name="ZoneTexte 5">
            <a:extLst>
              <a:ext uri="{FF2B5EF4-FFF2-40B4-BE49-F238E27FC236}">
                <a16:creationId xmlns:a16="http://schemas.microsoft.com/office/drawing/2014/main" id="{7FADC4D4-C95F-070C-BC03-29AA0E7D33BA}"/>
              </a:ext>
            </a:extLst>
          </p:cNvPr>
          <p:cNvSpPr txBox="1"/>
          <p:nvPr/>
        </p:nvSpPr>
        <p:spPr>
          <a:xfrm>
            <a:off x="568788" y="1887318"/>
            <a:ext cx="7657213" cy="369332"/>
          </a:xfrm>
          <a:prstGeom prst="rect">
            <a:avLst/>
          </a:prstGeom>
          <a:noFill/>
        </p:spPr>
        <p:txBody>
          <a:bodyPr wrap="square" lIns="91440" tIns="45720" rIns="91440" bIns="45720" anchor="t">
            <a:spAutoFit/>
          </a:bodyPr>
          <a:lstStyle/>
          <a:p>
            <a:r>
              <a:rPr lang="fr-FR" b="1" noProof="0" dirty="0">
                <a:solidFill>
                  <a:srgbClr val="E4003A"/>
                </a:solidFill>
                <a:latin typeface="Montserrat"/>
              </a:rPr>
              <a:t>Valider qui utilise la solution</a:t>
            </a:r>
          </a:p>
        </p:txBody>
      </p:sp>
      <p:sp>
        <p:nvSpPr>
          <p:cNvPr id="7" name="ZoneTexte 6">
            <a:extLst>
              <a:ext uri="{FF2B5EF4-FFF2-40B4-BE49-F238E27FC236}">
                <a16:creationId xmlns:a16="http://schemas.microsoft.com/office/drawing/2014/main" id="{80C3F358-C75E-4EFE-1313-0B0AF9637DB4}"/>
              </a:ext>
            </a:extLst>
          </p:cNvPr>
          <p:cNvSpPr txBox="1"/>
          <p:nvPr/>
        </p:nvSpPr>
        <p:spPr>
          <a:xfrm>
            <a:off x="3576702" y="911009"/>
            <a:ext cx="7102698" cy="369332"/>
          </a:xfrm>
          <a:prstGeom prst="rect">
            <a:avLst/>
          </a:prstGeom>
          <a:noFill/>
        </p:spPr>
        <p:txBody>
          <a:bodyPr wrap="square" lIns="91440" tIns="45720" rIns="91440" bIns="45720" anchor="t">
            <a:spAutoFit/>
          </a:bodyPr>
          <a:lstStyle/>
          <a:p>
            <a:r>
              <a:rPr lang="fr-FR" b="1" noProof="0" dirty="0">
                <a:latin typeface="Montserrat"/>
              </a:rPr>
              <a:t>Profils</a:t>
            </a:r>
          </a:p>
        </p:txBody>
      </p:sp>
      <p:pic>
        <p:nvPicPr>
          <p:cNvPr id="3" name="Image 0" descr="/mnt/data/a_wide_realistic_office_meeting_room_scene_with_a.png">
            <a:extLst>
              <a:ext uri="{FF2B5EF4-FFF2-40B4-BE49-F238E27FC236}">
                <a16:creationId xmlns:a16="http://schemas.microsoft.com/office/drawing/2014/main" id="{17FA273A-8331-4704-7D5B-A35FFE69F597}"/>
              </a:ext>
            </a:extLst>
          </p:cNvPr>
          <p:cNvPicPr>
            <a:picLocks noChangeAspect="1"/>
          </p:cNvPicPr>
          <p:nvPr/>
        </p:nvPicPr>
        <p:blipFill>
          <a:blip r:embed="rId3"/>
          <a:srcRect l="5000" t="10000" r="20191" b="10000"/>
          <a:stretch/>
        </p:blipFill>
        <p:spPr>
          <a:xfrm>
            <a:off x="6295525" y="2570025"/>
            <a:ext cx="4801022" cy="2889504"/>
          </a:xfrm>
          <a:prstGeom prst="rect">
            <a:avLst/>
          </a:prstGeom>
        </p:spPr>
      </p:pic>
    </p:spTree>
    <p:extLst>
      <p:ext uri="{BB962C8B-B14F-4D97-AF65-F5344CB8AC3E}">
        <p14:creationId xmlns:p14="http://schemas.microsoft.com/office/powerpoint/2010/main" val="3333619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656A6-5149-6F7B-77E4-8E067A4E5CF5}"/>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3E54D07D-88D4-9795-EB82-9A18AC4045DD}"/>
              </a:ext>
            </a:extLst>
          </p:cNvPr>
          <p:cNvSpPr txBox="1"/>
          <p:nvPr/>
        </p:nvSpPr>
        <p:spPr>
          <a:xfrm>
            <a:off x="416180" y="1985163"/>
            <a:ext cx="3806640" cy="784830"/>
          </a:xfrm>
          <a:prstGeom prst="rect">
            <a:avLst/>
          </a:prstGeom>
          <a:noFill/>
        </p:spPr>
        <p:txBody>
          <a:bodyPr wrap="square" lIns="91440" tIns="45720" rIns="91440" bIns="45720" rtlCol="0" anchor="t">
            <a:spAutoFit/>
          </a:bodyPr>
          <a:lstStyle/>
          <a:p>
            <a:r>
              <a:rPr lang="fr-FR" sz="4500" b="1" dirty="0">
                <a:solidFill>
                  <a:schemeClr val="bg1"/>
                </a:solidFill>
                <a:latin typeface="Montserrat Black"/>
              </a:rPr>
              <a:t>ATELIER 2</a:t>
            </a:r>
          </a:p>
        </p:txBody>
      </p:sp>
      <p:sp>
        <p:nvSpPr>
          <p:cNvPr id="4" name="ZoneTexte 3">
            <a:extLst>
              <a:ext uri="{FF2B5EF4-FFF2-40B4-BE49-F238E27FC236}">
                <a16:creationId xmlns:a16="http://schemas.microsoft.com/office/drawing/2014/main" id="{4E2594A3-BB73-7796-BF66-C700CB7CAFB4}"/>
              </a:ext>
            </a:extLst>
          </p:cNvPr>
          <p:cNvSpPr txBox="1"/>
          <p:nvPr/>
        </p:nvSpPr>
        <p:spPr>
          <a:xfrm>
            <a:off x="416180" y="2967121"/>
            <a:ext cx="3806640" cy="1200329"/>
          </a:xfrm>
          <a:prstGeom prst="rect">
            <a:avLst/>
          </a:prstGeom>
          <a:noFill/>
        </p:spPr>
        <p:txBody>
          <a:bodyPr wrap="square" lIns="91440" tIns="45720" rIns="91440" bIns="45720" rtlCol="0" anchor="t">
            <a:spAutoFit/>
          </a:bodyPr>
          <a:lstStyle/>
          <a:p>
            <a:r>
              <a:rPr lang="fr-FR" sz="3600" dirty="0">
                <a:solidFill>
                  <a:srgbClr val="E4003A"/>
                </a:solidFill>
                <a:latin typeface="Montserrat Black"/>
              </a:rPr>
              <a:t>Parcours de la donnée</a:t>
            </a:r>
          </a:p>
        </p:txBody>
      </p:sp>
    </p:spTree>
    <p:extLst>
      <p:ext uri="{BB962C8B-B14F-4D97-AF65-F5344CB8AC3E}">
        <p14:creationId xmlns:p14="http://schemas.microsoft.com/office/powerpoint/2010/main" val="42185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CBF71-D375-56E8-3BD2-DDF1C45B215B}"/>
            </a:ext>
          </a:extLst>
        </p:cNvPr>
        <p:cNvGrpSpPr/>
        <p:nvPr/>
      </p:nvGrpSpPr>
      <p:grpSpPr>
        <a:xfrm>
          <a:off x="0" y="0"/>
          <a:ext cx="0" cy="0"/>
          <a:chOff x="0" y="0"/>
          <a:chExt cx="0" cy="0"/>
        </a:xfrm>
      </p:grpSpPr>
      <p:sp>
        <p:nvSpPr>
          <p:cNvPr id="4" name="ZoneTexte 7">
            <a:extLst>
              <a:ext uri="{FF2B5EF4-FFF2-40B4-BE49-F238E27FC236}">
                <a16:creationId xmlns:a16="http://schemas.microsoft.com/office/drawing/2014/main" id="{EAC877AA-88ED-FDCE-65D6-603FEDE6F4A4}"/>
              </a:ext>
            </a:extLst>
          </p:cNvPr>
          <p:cNvSpPr txBox="1"/>
          <p:nvPr/>
        </p:nvSpPr>
        <p:spPr>
          <a:xfrm>
            <a:off x="568788" y="671909"/>
            <a:ext cx="10110612" cy="684162"/>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b="1" cap="all" dirty="0">
                <a:solidFill>
                  <a:srgbClr val="E4003A"/>
                </a:solidFill>
                <a:latin typeface="Montserrat Light"/>
              </a:rPr>
              <a:t>Atelier 2</a:t>
            </a:r>
            <a:endParaRPr lang="fr-FR" sz="3500" b="1" cap="all" noProof="0" dirty="0">
              <a:solidFill>
                <a:srgbClr val="E4003A"/>
              </a:solidFill>
              <a:latin typeface="Montserrat Black" panose="00000A00000000000000" pitchFamily="2" charset="0"/>
            </a:endParaRPr>
          </a:p>
        </p:txBody>
      </p:sp>
      <p:sp>
        <p:nvSpPr>
          <p:cNvPr id="5" name="ZoneTexte 4">
            <a:extLst>
              <a:ext uri="{FF2B5EF4-FFF2-40B4-BE49-F238E27FC236}">
                <a16:creationId xmlns:a16="http://schemas.microsoft.com/office/drawing/2014/main" id="{3FCF3150-9F1B-5919-08A9-5A3806E2047F}"/>
              </a:ext>
            </a:extLst>
          </p:cNvPr>
          <p:cNvSpPr txBox="1"/>
          <p:nvPr/>
        </p:nvSpPr>
        <p:spPr>
          <a:xfrm>
            <a:off x="509981" y="2570025"/>
            <a:ext cx="7096225"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fr-FR" sz="1600" dirty="0">
                <a:latin typeface="Montserrat" panose="00000500000000000000" pitchFamily="2" charset="0"/>
                <a:ea typeface="Calibri" panose="020F0502020204030204"/>
                <a:cs typeface="Calibri" panose="020F0502020204030204"/>
              </a:rPr>
              <a:t>On part de la création d’un chantier jusqu’à sa facturation.</a:t>
            </a:r>
          </a:p>
          <a:p>
            <a:pPr fontAlgn="base"/>
            <a:endParaRPr lang="fr-FR" sz="1600" dirty="0">
              <a:latin typeface="Montserrat" panose="00000500000000000000" pitchFamily="2" charset="0"/>
              <a:ea typeface="Calibri" panose="020F0502020204030204"/>
              <a:cs typeface="Calibri" panose="020F0502020204030204"/>
            </a:endParaRPr>
          </a:p>
          <a:p>
            <a:pPr fontAlgn="base"/>
            <a:r>
              <a:rPr lang="fr-FR" sz="1600" dirty="0">
                <a:latin typeface="Montserrat" panose="00000500000000000000" pitchFamily="2" charset="0"/>
                <a:ea typeface="Calibri" panose="020F0502020204030204"/>
                <a:cs typeface="Calibri" panose="020F0502020204030204"/>
              </a:rPr>
              <a:t>On se posera les questions suivantes pour chaque étape :</a:t>
            </a:r>
          </a:p>
          <a:p>
            <a:pPr marL="285750" indent="-285750" fontAlgn="base">
              <a:buFontTx/>
              <a:buChar char="-"/>
            </a:pPr>
            <a:r>
              <a:rPr lang="fr-FR" sz="1600" noProof="0" dirty="0">
                <a:latin typeface="Montserrat" panose="00000500000000000000" pitchFamily="2" charset="0"/>
                <a:ea typeface="Calibri" panose="020F0502020204030204"/>
                <a:cs typeface="Calibri" panose="020F0502020204030204"/>
              </a:rPr>
              <a:t>Où</a:t>
            </a:r>
            <a:r>
              <a:rPr lang="fr-FR" sz="1600" dirty="0">
                <a:latin typeface="Montserrat" panose="00000500000000000000" pitchFamily="2" charset="0"/>
                <a:ea typeface="Calibri" panose="020F0502020204030204"/>
                <a:cs typeface="Calibri" panose="020F0502020204030204"/>
              </a:rPr>
              <a:t> ?</a:t>
            </a:r>
          </a:p>
          <a:p>
            <a:pPr marL="285750" indent="-285750" fontAlgn="base">
              <a:buFontTx/>
              <a:buChar char="-"/>
            </a:pPr>
            <a:r>
              <a:rPr lang="fr-FR" sz="1600" noProof="0" dirty="0">
                <a:latin typeface="Montserrat" panose="00000500000000000000" pitchFamily="2" charset="0"/>
                <a:ea typeface="Calibri" panose="020F0502020204030204"/>
                <a:cs typeface="Calibri" panose="020F0502020204030204"/>
              </a:rPr>
              <a:t>Via que</a:t>
            </a:r>
            <a:r>
              <a:rPr lang="fr-FR" sz="1600" dirty="0">
                <a:latin typeface="Montserrat" panose="00000500000000000000" pitchFamily="2" charset="0"/>
                <a:ea typeface="Calibri" panose="020F0502020204030204"/>
                <a:cs typeface="Calibri" panose="020F0502020204030204"/>
              </a:rPr>
              <a:t>l moyen : papier ou logiciel ?</a:t>
            </a:r>
          </a:p>
          <a:p>
            <a:pPr marL="285750" indent="-285750" fontAlgn="base">
              <a:buFontTx/>
              <a:buChar char="-"/>
            </a:pPr>
            <a:r>
              <a:rPr lang="fr-FR" sz="1600" noProof="0" dirty="0">
                <a:latin typeface="Montserrat" panose="00000500000000000000" pitchFamily="2" charset="0"/>
                <a:ea typeface="Calibri" panose="020F0502020204030204"/>
                <a:cs typeface="Calibri" panose="020F0502020204030204"/>
              </a:rPr>
              <a:t>Si logiciel, </a:t>
            </a:r>
            <a:r>
              <a:rPr lang="fr-FR" sz="1600" dirty="0">
                <a:latin typeface="Montserrat" panose="00000500000000000000" pitchFamily="2" charset="0"/>
                <a:ea typeface="Calibri" panose="020F0502020204030204"/>
                <a:cs typeface="Calibri" panose="020F0502020204030204"/>
              </a:rPr>
              <a:t>quel logiciel ?</a:t>
            </a:r>
          </a:p>
          <a:p>
            <a:pPr marL="285750" indent="-285750" fontAlgn="base">
              <a:buFontTx/>
              <a:buChar char="-"/>
            </a:pPr>
            <a:r>
              <a:rPr lang="fr-FR" sz="1600" noProof="0" dirty="0">
                <a:latin typeface="Montserrat" panose="00000500000000000000" pitchFamily="2" charset="0"/>
                <a:ea typeface="Calibri" panose="020F0502020204030204"/>
                <a:cs typeface="Calibri" panose="020F0502020204030204"/>
              </a:rPr>
              <a:t>Par qui ou quel profil ?</a:t>
            </a:r>
          </a:p>
          <a:p>
            <a:pPr algn="ctr"/>
            <a:endParaRPr lang="fr-FR" noProof="0" dirty="0">
              <a:ea typeface="Calibri" panose="020F0502020204030204"/>
              <a:cs typeface="Calibri" panose="020F0502020204030204"/>
            </a:endParaRPr>
          </a:p>
        </p:txBody>
      </p:sp>
      <p:sp>
        <p:nvSpPr>
          <p:cNvPr id="6" name="ZoneTexte 5">
            <a:extLst>
              <a:ext uri="{FF2B5EF4-FFF2-40B4-BE49-F238E27FC236}">
                <a16:creationId xmlns:a16="http://schemas.microsoft.com/office/drawing/2014/main" id="{B1EE0D89-C714-4440-CD42-34183A596D6D}"/>
              </a:ext>
            </a:extLst>
          </p:cNvPr>
          <p:cNvSpPr txBox="1"/>
          <p:nvPr/>
        </p:nvSpPr>
        <p:spPr>
          <a:xfrm>
            <a:off x="568788" y="1887318"/>
            <a:ext cx="7657213" cy="369332"/>
          </a:xfrm>
          <a:prstGeom prst="rect">
            <a:avLst/>
          </a:prstGeom>
          <a:noFill/>
        </p:spPr>
        <p:txBody>
          <a:bodyPr wrap="square" lIns="91440" tIns="45720" rIns="91440" bIns="45720" anchor="t">
            <a:spAutoFit/>
          </a:bodyPr>
          <a:lstStyle/>
          <a:p>
            <a:r>
              <a:rPr lang="fr-FR" b="1" noProof="0" dirty="0">
                <a:solidFill>
                  <a:srgbClr val="E4003A"/>
                </a:solidFill>
                <a:latin typeface="Montserrat"/>
              </a:rPr>
              <a:t>Schématiser le parcours de la donnée</a:t>
            </a:r>
          </a:p>
        </p:txBody>
      </p:sp>
      <p:sp>
        <p:nvSpPr>
          <p:cNvPr id="7" name="ZoneTexte 6">
            <a:extLst>
              <a:ext uri="{FF2B5EF4-FFF2-40B4-BE49-F238E27FC236}">
                <a16:creationId xmlns:a16="http://schemas.microsoft.com/office/drawing/2014/main" id="{AEE01C65-01A2-ED3A-BDB9-C9BC80BB8BA4}"/>
              </a:ext>
            </a:extLst>
          </p:cNvPr>
          <p:cNvSpPr txBox="1"/>
          <p:nvPr/>
        </p:nvSpPr>
        <p:spPr>
          <a:xfrm>
            <a:off x="3576702" y="911009"/>
            <a:ext cx="7102698" cy="369332"/>
          </a:xfrm>
          <a:prstGeom prst="rect">
            <a:avLst/>
          </a:prstGeom>
          <a:noFill/>
        </p:spPr>
        <p:txBody>
          <a:bodyPr wrap="square" lIns="91440" tIns="45720" rIns="91440" bIns="45720" anchor="t">
            <a:spAutoFit/>
          </a:bodyPr>
          <a:lstStyle/>
          <a:p>
            <a:r>
              <a:rPr lang="fr-FR" b="1" noProof="0" dirty="0">
                <a:latin typeface="Montserrat"/>
              </a:rPr>
              <a:t>Parcours de la donnée</a:t>
            </a:r>
          </a:p>
        </p:txBody>
      </p:sp>
      <p:pic>
        <p:nvPicPr>
          <p:cNvPr id="3" name="Image 0" descr="/mnt/data/a_wide_realistic_office_meeting_room_scene_with_a.png">
            <a:extLst>
              <a:ext uri="{FF2B5EF4-FFF2-40B4-BE49-F238E27FC236}">
                <a16:creationId xmlns:a16="http://schemas.microsoft.com/office/drawing/2014/main" id="{E82E69D8-25EF-5A06-F98B-0CA4B8B8F846}"/>
              </a:ext>
            </a:extLst>
          </p:cNvPr>
          <p:cNvPicPr>
            <a:picLocks noChangeAspect="1"/>
          </p:cNvPicPr>
          <p:nvPr/>
        </p:nvPicPr>
        <p:blipFill>
          <a:blip r:embed="rId3"/>
          <a:srcRect l="5000" t="10000" r="20191" b="10000"/>
          <a:stretch/>
        </p:blipFill>
        <p:spPr>
          <a:xfrm>
            <a:off x="7054477" y="2570025"/>
            <a:ext cx="4801022" cy="2889504"/>
          </a:xfrm>
          <a:prstGeom prst="rect">
            <a:avLst/>
          </a:prstGeom>
        </p:spPr>
      </p:pic>
      <p:pic>
        <p:nvPicPr>
          <p:cNvPr id="10" name="Image 9">
            <a:extLst>
              <a:ext uri="{FF2B5EF4-FFF2-40B4-BE49-F238E27FC236}">
                <a16:creationId xmlns:a16="http://schemas.microsoft.com/office/drawing/2014/main" id="{E46962DB-DB2B-025C-6D1E-F2ED83AFC2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9981" y="4711892"/>
            <a:ext cx="6533891" cy="1495273"/>
          </a:xfrm>
          <a:prstGeom prst="rect">
            <a:avLst/>
          </a:prstGeom>
        </p:spPr>
      </p:pic>
    </p:spTree>
    <p:extLst>
      <p:ext uri="{BB962C8B-B14F-4D97-AF65-F5344CB8AC3E}">
        <p14:creationId xmlns:p14="http://schemas.microsoft.com/office/powerpoint/2010/main" val="1657417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2E82C-A0A1-3752-A7E8-EE440010D07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0470BB84-6CEB-B2D8-8375-C93FC6C59569}"/>
              </a:ext>
            </a:extLst>
          </p:cNvPr>
          <p:cNvSpPr txBox="1"/>
          <p:nvPr/>
        </p:nvSpPr>
        <p:spPr>
          <a:xfrm>
            <a:off x="416180" y="1985163"/>
            <a:ext cx="3806640" cy="784830"/>
          </a:xfrm>
          <a:prstGeom prst="rect">
            <a:avLst/>
          </a:prstGeom>
          <a:noFill/>
        </p:spPr>
        <p:txBody>
          <a:bodyPr wrap="square" lIns="91440" tIns="45720" rIns="91440" bIns="45720" rtlCol="0" anchor="t">
            <a:spAutoFit/>
          </a:bodyPr>
          <a:lstStyle/>
          <a:p>
            <a:r>
              <a:rPr lang="fr-FR" sz="4500" b="1" dirty="0">
                <a:solidFill>
                  <a:schemeClr val="bg1"/>
                </a:solidFill>
                <a:latin typeface="Montserrat Black"/>
              </a:rPr>
              <a:t>ATELIER 3</a:t>
            </a:r>
          </a:p>
        </p:txBody>
      </p:sp>
      <p:sp>
        <p:nvSpPr>
          <p:cNvPr id="4" name="ZoneTexte 3">
            <a:extLst>
              <a:ext uri="{FF2B5EF4-FFF2-40B4-BE49-F238E27FC236}">
                <a16:creationId xmlns:a16="http://schemas.microsoft.com/office/drawing/2014/main" id="{945FEC38-82FE-57BB-3B9E-9A58CB89CA23}"/>
              </a:ext>
            </a:extLst>
          </p:cNvPr>
          <p:cNvSpPr txBox="1"/>
          <p:nvPr/>
        </p:nvSpPr>
        <p:spPr>
          <a:xfrm>
            <a:off x="416180" y="2967121"/>
            <a:ext cx="4108686" cy="646331"/>
          </a:xfrm>
          <a:prstGeom prst="rect">
            <a:avLst/>
          </a:prstGeom>
          <a:noFill/>
        </p:spPr>
        <p:txBody>
          <a:bodyPr wrap="square" lIns="91440" tIns="45720" rIns="91440" bIns="45720" rtlCol="0" anchor="t">
            <a:spAutoFit/>
          </a:bodyPr>
          <a:lstStyle/>
          <a:p>
            <a:r>
              <a:rPr lang="fr-FR" sz="3600" dirty="0">
                <a:solidFill>
                  <a:srgbClr val="E4003A"/>
                </a:solidFill>
                <a:latin typeface="Montserrat Black"/>
              </a:rPr>
              <a:t>Fonctionnalités</a:t>
            </a:r>
          </a:p>
        </p:txBody>
      </p:sp>
    </p:spTree>
    <p:extLst>
      <p:ext uri="{BB962C8B-B14F-4D97-AF65-F5344CB8AC3E}">
        <p14:creationId xmlns:p14="http://schemas.microsoft.com/office/powerpoint/2010/main" val="3053529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E6651-3CA9-7767-BBEE-4D652F4756AE}"/>
            </a:ext>
          </a:extLst>
        </p:cNvPr>
        <p:cNvGrpSpPr/>
        <p:nvPr/>
      </p:nvGrpSpPr>
      <p:grpSpPr>
        <a:xfrm>
          <a:off x="0" y="0"/>
          <a:ext cx="0" cy="0"/>
          <a:chOff x="0" y="0"/>
          <a:chExt cx="0" cy="0"/>
        </a:xfrm>
      </p:grpSpPr>
      <p:sp>
        <p:nvSpPr>
          <p:cNvPr id="4" name="ZoneTexte 7">
            <a:extLst>
              <a:ext uri="{FF2B5EF4-FFF2-40B4-BE49-F238E27FC236}">
                <a16:creationId xmlns:a16="http://schemas.microsoft.com/office/drawing/2014/main" id="{BBD2423B-1FA0-82DD-7CA5-C4F7582F8777}"/>
              </a:ext>
            </a:extLst>
          </p:cNvPr>
          <p:cNvSpPr txBox="1"/>
          <p:nvPr/>
        </p:nvSpPr>
        <p:spPr>
          <a:xfrm>
            <a:off x="568788" y="671909"/>
            <a:ext cx="10110612" cy="684162"/>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b="1" cap="all" dirty="0">
                <a:solidFill>
                  <a:srgbClr val="E4003A"/>
                </a:solidFill>
                <a:latin typeface="Montserrat Light"/>
              </a:rPr>
              <a:t>Atelier 3</a:t>
            </a:r>
            <a:endParaRPr lang="fr-FR" sz="3500" b="1" cap="all" noProof="0" dirty="0">
              <a:solidFill>
                <a:srgbClr val="E4003A"/>
              </a:solidFill>
              <a:latin typeface="Montserrat Black" panose="00000A00000000000000" pitchFamily="2" charset="0"/>
            </a:endParaRPr>
          </a:p>
        </p:txBody>
      </p:sp>
      <p:sp>
        <p:nvSpPr>
          <p:cNvPr id="5" name="ZoneTexte 4">
            <a:extLst>
              <a:ext uri="{FF2B5EF4-FFF2-40B4-BE49-F238E27FC236}">
                <a16:creationId xmlns:a16="http://schemas.microsoft.com/office/drawing/2014/main" id="{D93F7A6F-0508-E8E8-272D-72D4F618A38B}"/>
              </a:ext>
            </a:extLst>
          </p:cNvPr>
          <p:cNvSpPr txBox="1"/>
          <p:nvPr/>
        </p:nvSpPr>
        <p:spPr>
          <a:xfrm>
            <a:off x="509981" y="2570025"/>
            <a:ext cx="7096225" cy="45550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fr-FR" sz="1600" b="1" dirty="0">
                <a:solidFill>
                  <a:srgbClr val="E4003A"/>
                </a:solidFill>
                <a:latin typeface="Montserrat Light"/>
                <a:ea typeface="+mn-lt"/>
                <a:cs typeface="+mn-lt"/>
              </a:rPr>
              <a:t>Définir</a:t>
            </a:r>
            <a:r>
              <a:rPr lang="fr-FR" sz="1600" b="1" noProof="0" dirty="0">
                <a:solidFill>
                  <a:srgbClr val="E4003A"/>
                </a:solidFill>
                <a:latin typeface="Montserrat Light"/>
                <a:ea typeface="+mn-lt"/>
                <a:cs typeface="+mn-lt"/>
              </a:rPr>
              <a:t> : </a:t>
            </a:r>
            <a:endParaRPr lang="fr-FR" sz="1600" b="1" dirty="0">
              <a:solidFill>
                <a:srgbClr val="E4003A"/>
              </a:solidFill>
              <a:latin typeface="Montserrat Light"/>
              <a:ea typeface="+mn-lt"/>
              <a:cs typeface="+mn-lt"/>
            </a:endParaRPr>
          </a:p>
          <a:p>
            <a:pPr marL="285750" indent="-285750" fontAlgn="base">
              <a:buFontTx/>
              <a:buChar char="-"/>
            </a:pPr>
            <a:r>
              <a:rPr lang="fr-FR" sz="1600" noProof="0" dirty="0">
                <a:latin typeface="Montserrat" panose="00000500000000000000" pitchFamily="2" charset="0"/>
                <a:ea typeface="Calibri" panose="020F0502020204030204"/>
                <a:cs typeface="Calibri" panose="020F0502020204030204"/>
              </a:rPr>
              <a:t>Les </a:t>
            </a:r>
            <a:r>
              <a:rPr lang="fr-FR" sz="1600" noProof="0" dirty="0" err="1">
                <a:latin typeface="Montserrat" panose="00000500000000000000" pitchFamily="2" charset="0"/>
                <a:ea typeface="Calibri" panose="020F0502020204030204"/>
                <a:cs typeface="Calibri" panose="020F0502020204030204"/>
              </a:rPr>
              <a:t>fo</a:t>
            </a:r>
            <a:r>
              <a:rPr lang="fr-FR" sz="1600" dirty="0" err="1">
                <a:latin typeface="Montserrat" panose="00000500000000000000" pitchFamily="2" charset="0"/>
                <a:ea typeface="Calibri" panose="020F0502020204030204"/>
                <a:cs typeface="Calibri" panose="020F0502020204030204"/>
              </a:rPr>
              <a:t>nctionnalités</a:t>
            </a:r>
            <a:r>
              <a:rPr lang="fr-FR" sz="1600" dirty="0">
                <a:latin typeface="Montserrat" panose="00000500000000000000" pitchFamily="2" charset="0"/>
                <a:ea typeface="Calibri" panose="020F0502020204030204"/>
                <a:cs typeface="Calibri" panose="020F0502020204030204"/>
              </a:rPr>
              <a:t> attendues</a:t>
            </a:r>
          </a:p>
          <a:p>
            <a:pPr fontAlgn="base"/>
            <a:endParaRPr lang="fr-FR" sz="1600" dirty="0">
              <a:latin typeface="Montserrat" panose="00000500000000000000" pitchFamily="2" charset="0"/>
              <a:ea typeface="Calibri" panose="020F0502020204030204"/>
              <a:cs typeface="Calibri" panose="020F0502020204030204"/>
            </a:endParaRPr>
          </a:p>
          <a:p>
            <a:pPr marL="285750" indent="-285750" fontAlgn="base">
              <a:buFontTx/>
              <a:buChar char="-"/>
            </a:pPr>
            <a:r>
              <a:rPr lang="fr-FR" sz="1600" noProof="0" dirty="0">
                <a:latin typeface="Montserrat" panose="00000500000000000000" pitchFamily="2" charset="0"/>
                <a:ea typeface="Calibri" panose="020F0502020204030204"/>
                <a:cs typeface="Calibri" panose="020F0502020204030204"/>
              </a:rPr>
              <a:t>Le niveau d’importance accordé à cette dernière selon les 5 niveaux suivants :</a:t>
            </a:r>
          </a:p>
          <a:p>
            <a:pPr marL="742950" lvl="1" indent="-285750" fontAlgn="base">
              <a:buFont typeface="Arial" panose="020B0604020202020204" pitchFamily="34" charset="0"/>
              <a:buChar char="•"/>
            </a:pPr>
            <a:r>
              <a:rPr lang="fr-FR" sz="1600" dirty="0">
                <a:latin typeface="Montserrat" panose="00000500000000000000" pitchFamily="2" charset="0"/>
                <a:ea typeface="Calibri" panose="020F0502020204030204"/>
                <a:cs typeface="Calibri" panose="020F0502020204030204"/>
              </a:rPr>
              <a:t>Critique</a:t>
            </a:r>
          </a:p>
          <a:p>
            <a:pPr marL="742950" lvl="1" indent="-285750" fontAlgn="base">
              <a:buFont typeface="Arial" panose="020B0604020202020204" pitchFamily="34" charset="0"/>
              <a:buChar char="•"/>
            </a:pPr>
            <a:r>
              <a:rPr lang="fr-FR" sz="1600" dirty="0">
                <a:latin typeface="Montserrat" panose="00000500000000000000" pitchFamily="2" charset="0"/>
                <a:ea typeface="Calibri" panose="020F0502020204030204"/>
                <a:cs typeface="Calibri" panose="020F0502020204030204"/>
              </a:rPr>
              <a:t>Haute</a:t>
            </a:r>
          </a:p>
          <a:p>
            <a:pPr marL="742950" lvl="1" indent="-285750" fontAlgn="base">
              <a:buFont typeface="Arial" panose="020B0604020202020204" pitchFamily="34" charset="0"/>
              <a:buChar char="•"/>
            </a:pPr>
            <a:r>
              <a:rPr lang="fr-FR" sz="1600" dirty="0">
                <a:latin typeface="Montserrat" panose="00000500000000000000" pitchFamily="2" charset="0"/>
                <a:ea typeface="Calibri" panose="020F0502020204030204"/>
                <a:cs typeface="Calibri" panose="020F0502020204030204"/>
              </a:rPr>
              <a:t>Moyenne</a:t>
            </a:r>
          </a:p>
          <a:p>
            <a:pPr marL="742950" lvl="1" indent="-285750" fontAlgn="base">
              <a:buFont typeface="Arial" panose="020B0604020202020204" pitchFamily="34" charset="0"/>
              <a:buChar char="•"/>
            </a:pPr>
            <a:r>
              <a:rPr lang="fr-FR" sz="1600" dirty="0">
                <a:latin typeface="Montserrat" panose="00000500000000000000" pitchFamily="2" charset="0"/>
                <a:ea typeface="Calibri" panose="020F0502020204030204"/>
                <a:cs typeface="Calibri" panose="020F0502020204030204"/>
              </a:rPr>
              <a:t>Faible</a:t>
            </a:r>
          </a:p>
          <a:p>
            <a:pPr marL="742950" lvl="1" indent="-285750" fontAlgn="base">
              <a:buFont typeface="Arial" panose="020B0604020202020204" pitchFamily="34" charset="0"/>
              <a:buChar char="•"/>
            </a:pPr>
            <a:r>
              <a:rPr lang="fr-FR" sz="1600" dirty="0">
                <a:latin typeface="Montserrat" panose="00000500000000000000" pitchFamily="2" charset="0"/>
                <a:ea typeface="Calibri" panose="020F0502020204030204"/>
                <a:cs typeface="Calibri" panose="020F0502020204030204"/>
              </a:rPr>
              <a:t>Confort</a:t>
            </a:r>
          </a:p>
          <a:p>
            <a:pPr lvl="1" fontAlgn="base"/>
            <a:endParaRPr lang="fr-FR" sz="1600" noProof="0" dirty="0">
              <a:latin typeface="Montserrat" panose="00000500000000000000" pitchFamily="2" charset="0"/>
              <a:ea typeface="Calibri" panose="020F0502020204030204"/>
              <a:cs typeface="Calibri" panose="020F0502020204030204"/>
            </a:endParaRPr>
          </a:p>
          <a:p>
            <a:pPr marL="285750" indent="-285750" fontAlgn="base">
              <a:buFontTx/>
              <a:buChar char="-"/>
            </a:pPr>
            <a:r>
              <a:rPr lang="fr-FR" sz="1600" dirty="0">
                <a:latin typeface="Montserrat" panose="00000500000000000000" pitchFamily="2" charset="0"/>
                <a:ea typeface="Calibri" panose="020F0502020204030204"/>
                <a:cs typeface="Calibri" panose="020F0502020204030204"/>
              </a:rPr>
              <a:t>Si la fonctionnalité est impérative</a:t>
            </a:r>
          </a:p>
          <a:p>
            <a:pPr marL="285750" indent="-285750" fontAlgn="base">
              <a:buFontTx/>
              <a:buChar char="-"/>
            </a:pPr>
            <a:endParaRPr lang="fr-FR" sz="1600" dirty="0">
              <a:latin typeface="Montserrat" panose="00000500000000000000" pitchFamily="2" charset="0"/>
              <a:ea typeface="Calibri" panose="020F0502020204030204"/>
              <a:cs typeface="Calibri" panose="020F0502020204030204"/>
            </a:endParaRPr>
          </a:p>
          <a:p>
            <a:pPr fontAlgn="base"/>
            <a:r>
              <a:rPr lang="fr-FR" sz="1600" dirty="0">
                <a:latin typeface="Montserrat" panose="00000500000000000000" pitchFamily="2" charset="0"/>
                <a:ea typeface="Calibri" panose="020F0502020204030204"/>
                <a:cs typeface="Calibri" panose="020F0502020204030204"/>
              </a:rPr>
              <a:t>Le niveau de pondération sur 5 sera fixé selon le niveau d’importance avec l’échelle suivante : « Critique » = pondération de 5 … « Confort » = pondération de 1.</a:t>
            </a:r>
          </a:p>
          <a:p>
            <a:pPr marL="742950" lvl="1" indent="-285750" fontAlgn="base">
              <a:buFont typeface="Arial" panose="020B0604020202020204" pitchFamily="34" charset="0"/>
              <a:buChar char="•"/>
            </a:pPr>
            <a:endParaRPr lang="fr-FR" sz="1600" noProof="0" dirty="0">
              <a:latin typeface="Montserrat" panose="00000500000000000000" pitchFamily="2" charset="0"/>
              <a:ea typeface="Calibri" panose="020F0502020204030204"/>
              <a:cs typeface="Calibri" panose="020F0502020204030204"/>
            </a:endParaRPr>
          </a:p>
          <a:p>
            <a:pPr algn="ctr"/>
            <a:endParaRPr lang="fr-FR" noProof="0" dirty="0">
              <a:ea typeface="Calibri" panose="020F0502020204030204"/>
              <a:cs typeface="Calibri" panose="020F0502020204030204"/>
            </a:endParaRPr>
          </a:p>
        </p:txBody>
      </p:sp>
      <p:sp>
        <p:nvSpPr>
          <p:cNvPr id="6" name="ZoneTexte 5">
            <a:extLst>
              <a:ext uri="{FF2B5EF4-FFF2-40B4-BE49-F238E27FC236}">
                <a16:creationId xmlns:a16="http://schemas.microsoft.com/office/drawing/2014/main" id="{8DC53B69-A4FA-6B98-F68E-A05911B6FCF1}"/>
              </a:ext>
            </a:extLst>
          </p:cNvPr>
          <p:cNvSpPr txBox="1"/>
          <p:nvPr/>
        </p:nvSpPr>
        <p:spPr>
          <a:xfrm>
            <a:off x="568788" y="1887318"/>
            <a:ext cx="7657213" cy="369332"/>
          </a:xfrm>
          <a:prstGeom prst="rect">
            <a:avLst/>
          </a:prstGeom>
          <a:noFill/>
        </p:spPr>
        <p:txBody>
          <a:bodyPr wrap="square" lIns="91440" tIns="45720" rIns="91440" bIns="45720" anchor="t">
            <a:spAutoFit/>
          </a:bodyPr>
          <a:lstStyle/>
          <a:p>
            <a:r>
              <a:rPr lang="fr-FR" b="1" noProof="0" dirty="0">
                <a:solidFill>
                  <a:srgbClr val="E4003A"/>
                </a:solidFill>
                <a:latin typeface="Montserrat"/>
              </a:rPr>
              <a:t>Valider </a:t>
            </a:r>
            <a:r>
              <a:rPr lang="fr-FR" b="1" dirty="0">
                <a:solidFill>
                  <a:srgbClr val="E4003A"/>
                </a:solidFill>
                <a:latin typeface="Montserrat"/>
              </a:rPr>
              <a:t>les fonctionnalités attendues</a:t>
            </a:r>
            <a:endParaRPr lang="fr-FR" b="1" noProof="0" dirty="0">
              <a:solidFill>
                <a:srgbClr val="E4003A"/>
              </a:solidFill>
              <a:latin typeface="Montserrat"/>
            </a:endParaRPr>
          </a:p>
        </p:txBody>
      </p:sp>
      <p:sp>
        <p:nvSpPr>
          <p:cNvPr id="7" name="ZoneTexte 6">
            <a:extLst>
              <a:ext uri="{FF2B5EF4-FFF2-40B4-BE49-F238E27FC236}">
                <a16:creationId xmlns:a16="http://schemas.microsoft.com/office/drawing/2014/main" id="{964C5BFD-954F-2FCA-9D74-FA45E0041E48}"/>
              </a:ext>
            </a:extLst>
          </p:cNvPr>
          <p:cNvSpPr txBox="1"/>
          <p:nvPr/>
        </p:nvSpPr>
        <p:spPr>
          <a:xfrm>
            <a:off x="3576702" y="911009"/>
            <a:ext cx="7102698" cy="369332"/>
          </a:xfrm>
          <a:prstGeom prst="rect">
            <a:avLst/>
          </a:prstGeom>
          <a:noFill/>
        </p:spPr>
        <p:txBody>
          <a:bodyPr wrap="square" lIns="91440" tIns="45720" rIns="91440" bIns="45720" anchor="t">
            <a:spAutoFit/>
          </a:bodyPr>
          <a:lstStyle/>
          <a:p>
            <a:r>
              <a:rPr lang="fr-FR" b="1" dirty="0">
                <a:latin typeface="Montserrat"/>
              </a:rPr>
              <a:t>Fonctionnalités</a:t>
            </a:r>
            <a:endParaRPr lang="fr-FR" b="1" noProof="0" dirty="0">
              <a:latin typeface="Montserrat"/>
            </a:endParaRPr>
          </a:p>
        </p:txBody>
      </p:sp>
      <p:pic>
        <p:nvPicPr>
          <p:cNvPr id="3" name="Image 0" descr="/mnt/data/a_wide_realistic_office_meeting_room_scene_with_a.png">
            <a:extLst>
              <a:ext uri="{FF2B5EF4-FFF2-40B4-BE49-F238E27FC236}">
                <a16:creationId xmlns:a16="http://schemas.microsoft.com/office/drawing/2014/main" id="{716B563B-0BE5-0688-10AA-F53DFA1409B1}"/>
              </a:ext>
            </a:extLst>
          </p:cNvPr>
          <p:cNvPicPr>
            <a:picLocks noChangeAspect="1"/>
          </p:cNvPicPr>
          <p:nvPr/>
        </p:nvPicPr>
        <p:blipFill>
          <a:blip r:embed="rId3"/>
          <a:srcRect l="5000" t="10000" r="20191" b="10000"/>
          <a:stretch/>
        </p:blipFill>
        <p:spPr>
          <a:xfrm>
            <a:off x="7128051" y="2570025"/>
            <a:ext cx="4801022" cy="2889504"/>
          </a:xfrm>
          <a:prstGeom prst="rect">
            <a:avLst/>
          </a:prstGeom>
        </p:spPr>
      </p:pic>
    </p:spTree>
    <p:extLst>
      <p:ext uri="{BB962C8B-B14F-4D97-AF65-F5344CB8AC3E}">
        <p14:creationId xmlns:p14="http://schemas.microsoft.com/office/powerpoint/2010/main" val="4294641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BE1EB-2FDC-617C-0FAF-6A47AB15F64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1E1B13F-6B6D-2982-496F-5E68559C2924}"/>
              </a:ext>
            </a:extLst>
          </p:cNvPr>
          <p:cNvSpPr txBox="1"/>
          <p:nvPr/>
        </p:nvSpPr>
        <p:spPr>
          <a:xfrm>
            <a:off x="416180" y="1985163"/>
            <a:ext cx="3806640" cy="784830"/>
          </a:xfrm>
          <a:prstGeom prst="rect">
            <a:avLst/>
          </a:prstGeom>
          <a:noFill/>
        </p:spPr>
        <p:txBody>
          <a:bodyPr wrap="square" lIns="91440" tIns="45720" rIns="91440" bIns="45720" rtlCol="0" anchor="t">
            <a:spAutoFit/>
          </a:bodyPr>
          <a:lstStyle/>
          <a:p>
            <a:r>
              <a:rPr lang="fr-FR" sz="4500" b="1" dirty="0">
                <a:solidFill>
                  <a:schemeClr val="bg1"/>
                </a:solidFill>
                <a:latin typeface="Montserrat Black"/>
              </a:rPr>
              <a:t>ATELIER 4</a:t>
            </a:r>
          </a:p>
        </p:txBody>
      </p:sp>
      <p:sp>
        <p:nvSpPr>
          <p:cNvPr id="4" name="ZoneTexte 3">
            <a:extLst>
              <a:ext uri="{FF2B5EF4-FFF2-40B4-BE49-F238E27FC236}">
                <a16:creationId xmlns:a16="http://schemas.microsoft.com/office/drawing/2014/main" id="{353F789F-8075-1687-A400-78C8C8883D68}"/>
              </a:ext>
            </a:extLst>
          </p:cNvPr>
          <p:cNvSpPr txBox="1"/>
          <p:nvPr/>
        </p:nvSpPr>
        <p:spPr>
          <a:xfrm>
            <a:off x="416180" y="2967121"/>
            <a:ext cx="4108686" cy="646331"/>
          </a:xfrm>
          <a:prstGeom prst="rect">
            <a:avLst/>
          </a:prstGeom>
          <a:noFill/>
        </p:spPr>
        <p:txBody>
          <a:bodyPr wrap="square" lIns="91440" tIns="45720" rIns="91440" bIns="45720" rtlCol="0" anchor="t">
            <a:spAutoFit/>
          </a:bodyPr>
          <a:lstStyle/>
          <a:p>
            <a:r>
              <a:rPr lang="fr-FR" sz="3600" dirty="0">
                <a:solidFill>
                  <a:srgbClr val="E4003A"/>
                </a:solidFill>
                <a:latin typeface="Montserrat Black"/>
              </a:rPr>
              <a:t>Cas test</a:t>
            </a:r>
          </a:p>
        </p:txBody>
      </p:sp>
    </p:spTree>
    <p:extLst>
      <p:ext uri="{BB962C8B-B14F-4D97-AF65-F5344CB8AC3E}">
        <p14:creationId xmlns:p14="http://schemas.microsoft.com/office/powerpoint/2010/main" val="2139228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7E8DA-B033-9440-762A-59415546AE0F}"/>
            </a:ext>
          </a:extLst>
        </p:cNvPr>
        <p:cNvGrpSpPr/>
        <p:nvPr/>
      </p:nvGrpSpPr>
      <p:grpSpPr>
        <a:xfrm>
          <a:off x="0" y="0"/>
          <a:ext cx="0" cy="0"/>
          <a:chOff x="0" y="0"/>
          <a:chExt cx="0" cy="0"/>
        </a:xfrm>
      </p:grpSpPr>
      <p:sp>
        <p:nvSpPr>
          <p:cNvPr id="4" name="ZoneTexte 7">
            <a:extLst>
              <a:ext uri="{FF2B5EF4-FFF2-40B4-BE49-F238E27FC236}">
                <a16:creationId xmlns:a16="http://schemas.microsoft.com/office/drawing/2014/main" id="{3065912C-39B0-A161-FA0D-28A47A077C96}"/>
              </a:ext>
            </a:extLst>
          </p:cNvPr>
          <p:cNvSpPr txBox="1"/>
          <p:nvPr/>
        </p:nvSpPr>
        <p:spPr>
          <a:xfrm>
            <a:off x="568788" y="671909"/>
            <a:ext cx="10110612" cy="684162"/>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b="1" cap="all" dirty="0">
                <a:solidFill>
                  <a:srgbClr val="E4003A"/>
                </a:solidFill>
                <a:latin typeface="Montserrat Light"/>
              </a:rPr>
              <a:t>Atelier 4</a:t>
            </a:r>
            <a:endParaRPr lang="fr-FR" sz="3500" b="1" cap="all" noProof="0" dirty="0">
              <a:solidFill>
                <a:srgbClr val="E4003A"/>
              </a:solidFill>
              <a:latin typeface="Montserrat Black" panose="00000A00000000000000" pitchFamily="2" charset="0"/>
            </a:endParaRPr>
          </a:p>
        </p:txBody>
      </p:sp>
      <p:sp>
        <p:nvSpPr>
          <p:cNvPr id="5" name="ZoneTexte 4">
            <a:extLst>
              <a:ext uri="{FF2B5EF4-FFF2-40B4-BE49-F238E27FC236}">
                <a16:creationId xmlns:a16="http://schemas.microsoft.com/office/drawing/2014/main" id="{A02C026E-0DDC-D7DE-BF20-763585BF9458}"/>
              </a:ext>
            </a:extLst>
          </p:cNvPr>
          <p:cNvSpPr txBox="1"/>
          <p:nvPr/>
        </p:nvSpPr>
        <p:spPr>
          <a:xfrm>
            <a:off x="509981" y="2570025"/>
            <a:ext cx="6878371"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fr-FR" sz="1600" b="1" dirty="0">
                <a:solidFill>
                  <a:srgbClr val="E4003A"/>
                </a:solidFill>
                <a:latin typeface="Montserrat Light"/>
                <a:ea typeface="+mn-lt"/>
                <a:cs typeface="+mn-lt"/>
              </a:rPr>
              <a:t>Définir</a:t>
            </a:r>
            <a:r>
              <a:rPr lang="fr-FR" sz="1600" b="1" noProof="0" dirty="0">
                <a:solidFill>
                  <a:srgbClr val="E4003A"/>
                </a:solidFill>
                <a:latin typeface="Montserrat Light"/>
                <a:ea typeface="+mn-lt"/>
                <a:cs typeface="+mn-lt"/>
              </a:rPr>
              <a:t> : </a:t>
            </a:r>
          </a:p>
          <a:p>
            <a:r>
              <a:rPr lang="fr-FR" sz="1600" dirty="0">
                <a:latin typeface="Montserrat" panose="00000500000000000000" pitchFamily="2" charset="0"/>
                <a:ea typeface="Calibri" panose="020F0502020204030204"/>
                <a:cs typeface="Calibri" panose="020F0502020204030204"/>
              </a:rPr>
              <a:t>Au minimum 2 scénarios de test d’utilisation de l’application dans le quotidien de </a:t>
            </a:r>
            <a:r>
              <a:rPr lang="fr-FR" sz="1600" dirty="0" err="1">
                <a:latin typeface="Montserrat" panose="00000500000000000000" pitchFamily="2" charset="0"/>
                <a:ea typeface="Calibri" panose="020F0502020204030204"/>
                <a:cs typeface="Calibri" panose="020F0502020204030204"/>
              </a:rPr>
              <a:t>Trifault</a:t>
            </a:r>
            <a:r>
              <a:rPr lang="fr-FR" sz="1600" dirty="0">
                <a:latin typeface="Montserrat" panose="00000500000000000000" pitchFamily="2" charset="0"/>
                <a:ea typeface="Calibri" panose="020F0502020204030204"/>
                <a:cs typeface="Calibri" panose="020F0502020204030204"/>
              </a:rPr>
              <a:t>.</a:t>
            </a:r>
          </a:p>
          <a:p>
            <a:endParaRPr lang="fr-FR" sz="1600" noProof="0" dirty="0">
              <a:latin typeface="Montserrat" panose="00000500000000000000" pitchFamily="2" charset="0"/>
              <a:ea typeface="Calibri" panose="020F0502020204030204"/>
              <a:cs typeface="Calibri" panose="020F0502020204030204"/>
            </a:endParaRPr>
          </a:p>
          <a:p>
            <a:r>
              <a:rPr lang="en-US" sz="1600" i="1" dirty="0">
                <a:latin typeface="Montserrat" panose="00000500000000000000" pitchFamily="2" charset="0"/>
              </a:rPr>
              <a:t>“Le </a:t>
            </a:r>
            <a:r>
              <a:rPr lang="en-US" sz="1600" i="1" dirty="0" err="1">
                <a:latin typeface="Montserrat" panose="00000500000000000000" pitchFamily="2" charset="0"/>
              </a:rPr>
              <a:t>siège</a:t>
            </a:r>
            <a:r>
              <a:rPr lang="en-US" sz="1600" i="1" dirty="0">
                <a:latin typeface="Montserrat" panose="00000500000000000000" pitchFamily="2" charset="0"/>
              </a:rPr>
              <a:t> </a:t>
            </a:r>
            <a:r>
              <a:rPr lang="en-US" sz="1600" i="1" dirty="0" err="1">
                <a:latin typeface="Montserrat" panose="00000500000000000000" pitchFamily="2" charset="0"/>
              </a:rPr>
              <a:t>crée</a:t>
            </a:r>
            <a:r>
              <a:rPr lang="en-US" sz="1600" i="1" dirty="0">
                <a:latin typeface="Montserrat" panose="00000500000000000000" pitchFamily="2" charset="0"/>
              </a:rPr>
              <a:t> le </a:t>
            </a:r>
            <a:r>
              <a:rPr lang="en-US" sz="1600" i="1" dirty="0" err="1">
                <a:latin typeface="Montserrat" panose="00000500000000000000" pitchFamily="2" charset="0"/>
              </a:rPr>
              <a:t>chantier</a:t>
            </a:r>
            <a:r>
              <a:rPr lang="en-US" sz="1600" i="1" dirty="0">
                <a:latin typeface="Montserrat" panose="00000500000000000000" pitchFamily="2" charset="0"/>
              </a:rPr>
              <a:t>, </a:t>
            </a:r>
            <a:r>
              <a:rPr lang="en-US" sz="1600" i="1" dirty="0" err="1">
                <a:latin typeface="Montserrat" panose="00000500000000000000" pitchFamily="2" charset="0"/>
              </a:rPr>
              <a:t>affecte</a:t>
            </a:r>
            <a:r>
              <a:rPr lang="en-US" sz="1600" i="1" dirty="0">
                <a:latin typeface="Montserrat" panose="00000500000000000000" pitchFamily="2" charset="0"/>
              </a:rPr>
              <a:t> </a:t>
            </a:r>
            <a:r>
              <a:rPr lang="en-US" sz="1600" i="1" dirty="0" err="1">
                <a:latin typeface="Montserrat" panose="00000500000000000000" pitchFamily="2" charset="0"/>
              </a:rPr>
              <a:t>une</a:t>
            </a:r>
            <a:r>
              <a:rPr lang="en-US" sz="1600" i="1" dirty="0">
                <a:latin typeface="Montserrat" panose="00000500000000000000" pitchFamily="2" charset="0"/>
              </a:rPr>
              <a:t> équipe, le </a:t>
            </a:r>
            <a:r>
              <a:rPr lang="en-US" sz="1600" i="1" dirty="0" err="1">
                <a:latin typeface="Montserrat" panose="00000500000000000000" pitchFamily="2" charset="0"/>
              </a:rPr>
              <a:t>collaborateur</a:t>
            </a:r>
            <a:r>
              <a:rPr lang="en-US" sz="1600" i="1" dirty="0">
                <a:latin typeface="Montserrat" panose="00000500000000000000" pitchFamily="2" charset="0"/>
              </a:rPr>
              <a:t> </a:t>
            </a:r>
            <a:r>
              <a:rPr lang="en-US" sz="1600" i="1" dirty="0" err="1">
                <a:latin typeface="Montserrat" panose="00000500000000000000" pitchFamily="2" charset="0"/>
              </a:rPr>
              <a:t>saisit</a:t>
            </a:r>
            <a:r>
              <a:rPr lang="en-US" sz="1600" i="1" dirty="0">
                <a:latin typeface="Montserrat" panose="00000500000000000000" pitchFamily="2" charset="0"/>
              </a:rPr>
              <a:t> </a:t>
            </a:r>
            <a:r>
              <a:rPr lang="en-US" sz="1600" i="1" dirty="0" err="1">
                <a:latin typeface="Montserrat" panose="00000500000000000000" pitchFamily="2" charset="0"/>
              </a:rPr>
              <a:t>heures</a:t>
            </a:r>
            <a:r>
              <a:rPr lang="en-US" sz="1600" i="1" dirty="0">
                <a:latin typeface="Montserrat" panose="00000500000000000000" pitchFamily="2" charset="0"/>
              </a:rPr>
              <a:t> / </a:t>
            </a:r>
            <a:r>
              <a:rPr lang="en-US" sz="1600" i="1" dirty="0" err="1">
                <a:latin typeface="Montserrat" panose="00000500000000000000" pitchFamily="2" charset="0"/>
              </a:rPr>
              <a:t>prestations</a:t>
            </a:r>
            <a:r>
              <a:rPr lang="en-US" sz="1600" i="1" dirty="0">
                <a:latin typeface="Montserrat" panose="00000500000000000000" pitchFamily="2" charset="0"/>
              </a:rPr>
              <a:t> / photos, </a:t>
            </a:r>
            <a:r>
              <a:rPr lang="en-US" sz="1600" i="1" dirty="0" err="1">
                <a:latin typeface="Montserrat" panose="00000500000000000000" pitchFamily="2" charset="0"/>
              </a:rPr>
              <a:t>puis</a:t>
            </a:r>
            <a:r>
              <a:rPr lang="en-US" sz="1600" i="1" dirty="0">
                <a:latin typeface="Montserrat" panose="00000500000000000000" pitchFamily="2" charset="0"/>
              </a:rPr>
              <a:t> le </a:t>
            </a:r>
            <a:r>
              <a:rPr lang="en-US" sz="1600" i="1" dirty="0" err="1">
                <a:latin typeface="Montserrat" panose="00000500000000000000" pitchFamily="2" charset="0"/>
              </a:rPr>
              <a:t>responsable</a:t>
            </a:r>
            <a:r>
              <a:rPr lang="en-US" sz="1600" i="1" dirty="0">
                <a:latin typeface="Montserrat" panose="00000500000000000000" pitchFamily="2" charset="0"/>
              </a:rPr>
              <a:t> </a:t>
            </a:r>
            <a:r>
              <a:rPr lang="en-US" sz="1600" i="1" dirty="0" err="1">
                <a:latin typeface="Montserrat" panose="00000500000000000000" pitchFamily="2" charset="0"/>
              </a:rPr>
              <a:t>valide</a:t>
            </a:r>
            <a:r>
              <a:rPr lang="en-US" sz="1600" i="1" dirty="0">
                <a:latin typeface="Montserrat" panose="00000500000000000000" pitchFamily="2" charset="0"/>
              </a:rPr>
              <a:t>.”</a:t>
            </a:r>
          </a:p>
          <a:p>
            <a:endParaRPr lang="en-US" sz="1600" i="1" noProof="0" dirty="0">
              <a:latin typeface="Montserrat" panose="00000500000000000000" pitchFamily="2" charset="0"/>
              <a:ea typeface="Calibri" panose="020F0502020204030204"/>
              <a:cs typeface="Calibri" panose="020F0502020204030204"/>
            </a:endParaRPr>
          </a:p>
          <a:p>
            <a:r>
              <a:rPr lang="en-US" sz="1600" i="1" dirty="0">
                <a:latin typeface="Montserrat" panose="00000500000000000000" pitchFamily="2" charset="0"/>
                <a:ea typeface="Calibri" panose="020F0502020204030204"/>
                <a:cs typeface="Calibri" panose="020F0502020204030204"/>
              </a:rPr>
              <a:t>“</a:t>
            </a:r>
            <a:r>
              <a:rPr lang="en-US" sz="1600" i="1" dirty="0">
                <a:latin typeface="Montserrat" panose="00000500000000000000" pitchFamily="2" charset="0"/>
              </a:rPr>
              <a:t>Le </a:t>
            </a:r>
            <a:r>
              <a:rPr lang="en-US" sz="1600" i="1" dirty="0" err="1">
                <a:latin typeface="Montserrat" panose="00000500000000000000" pitchFamily="2" charset="0"/>
              </a:rPr>
              <a:t>collaborateur</a:t>
            </a:r>
            <a:r>
              <a:rPr lang="en-US" sz="1600" i="1" dirty="0">
                <a:latin typeface="Montserrat" panose="00000500000000000000" pitchFamily="2" charset="0"/>
              </a:rPr>
              <a:t> </a:t>
            </a:r>
            <a:r>
              <a:rPr lang="en-US" sz="1600" i="1" dirty="0" err="1">
                <a:latin typeface="Montserrat" panose="00000500000000000000" pitchFamily="2" charset="0"/>
              </a:rPr>
              <a:t>intervient</a:t>
            </a:r>
            <a:r>
              <a:rPr lang="en-US" sz="1600" i="1" dirty="0">
                <a:latin typeface="Montserrat" panose="00000500000000000000" pitchFamily="2" charset="0"/>
              </a:rPr>
              <a:t> sans réseau, </a:t>
            </a:r>
            <a:r>
              <a:rPr lang="en-US" sz="1600" i="1" dirty="0" err="1">
                <a:latin typeface="Montserrat" panose="00000500000000000000" pitchFamily="2" charset="0"/>
              </a:rPr>
              <a:t>remplit</a:t>
            </a:r>
            <a:r>
              <a:rPr lang="en-US" sz="1600" i="1" dirty="0">
                <a:latin typeface="Montserrat" panose="00000500000000000000" pitchFamily="2" charset="0"/>
              </a:rPr>
              <a:t> son rapport, </a:t>
            </a:r>
            <a:r>
              <a:rPr lang="en-US" sz="1600" i="1" dirty="0" err="1">
                <a:latin typeface="Montserrat" panose="00000500000000000000" pitchFamily="2" charset="0"/>
              </a:rPr>
              <a:t>ajoute</a:t>
            </a:r>
            <a:r>
              <a:rPr lang="en-US" sz="1600" i="1" dirty="0">
                <a:latin typeface="Montserrat" panose="00000500000000000000" pitchFamily="2" charset="0"/>
              </a:rPr>
              <a:t> un incident avec photo, </a:t>
            </a:r>
            <a:r>
              <a:rPr lang="en-US" sz="1600" i="1" dirty="0" err="1">
                <a:latin typeface="Montserrat" panose="00000500000000000000" pitchFamily="2" charset="0"/>
              </a:rPr>
              <a:t>puis</a:t>
            </a:r>
            <a:r>
              <a:rPr lang="en-US" sz="1600" i="1" dirty="0">
                <a:latin typeface="Montserrat" panose="00000500000000000000" pitchFamily="2" charset="0"/>
              </a:rPr>
              <a:t> </a:t>
            </a:r>
            <a:r>
              <a:rPr lang="en-US" sz="1600" i="1" dirty="0" err="1">
                <a:latin typeface="Montserrat" panose="00000500000000000000" pitchFamily="2" charset="0"/>
              </a:rPr>
              <a:t>synchronise</a:t>
            </a:r>
            <a:r>
              <a:rPr lang="en-US" sz="1600" i="1" dirty="0">
                <a:latin typeface="Montserrat" panose="00000500000000000000" pitchFamily="2" charset="0"/>
              </a:rPr>
              <a:t> au retour réseau”</a:t>
            </a:r>
            <a:endParaRPr lang="fr-FR" sz="1600" i="1" noProof="0" dirty="0">
              <a:latin typeface="Montserrat" panose="00000500000000000000" pitchFamily="2" charset="0"/>
              <a:ea typeface="Calibri" panose="020F0502020204030204"/>
              <a:cs typeface="Calibri" panose="020F0502020204030204"/>
            </a:endParaRPr>
          </a:p>
        </p:txBody>
      </p:sp>
      <p:sp>
        <p:nvSpPr>
          <p:cNvPr id="6" name="ZoneTexte 5">
            <a:extLst>
              <a:ext uri="{FF2B5EF4-FFF2-40B4-BE49-F238E27FC236}">
                <a16:creationId xmlns:a16="http://schemas.microsoft.com/office/drawing/2014/main" id="{14D5936F-2BC2-5853-2617-94740E73EAB9}"/>
              </a:ext>
            </a:extLst>
          </p:cNvPr>
          <p:cNvSpPr txBox="1"/>
          <p:nvPr/>
        </p:nvSpPr>
        <p:spPr>
          <a:xfrm>
            <a:off x="568788" y="1887318"/>
            <a:ext cx="7657213" cy="369332"/>
          </a:xfrm>
          <a:prstGeom prst="rect">
            <a:avLst/>
          </a:prstGeom>
          <a:noFill/>
        </p:spPr>
        <p:txBody>
          <a:bodyPr wrap="square" lIns="91440" tIns="45720" rIns="91440" bIns="45720" anchor="t">
            <a:spAutoFit/>
          </a:bodyPr>
          <a:lstStyle/>
          <a:p>
            <a:r>
              <a:rPr lang="fr-FR" b="1" dirty="0">
                <a:solidFill>
                  <a:srgbClr val="E4003A"/>
                </a:solidFill>
                <a:latin typeface="Montserrat"/>
              </a:rPr>
              <a:t>Décrire des scénarios de test pour la présentation éditeur</a:t>
            </a:r>
            <a:endParaRPr lang="fr-FR" b="1" noProof="0" dirty="0">
              <a:solidFill>
                <a:srgbClr val="E4003A"/>
              </a:solidFill>
              <a:latin typeface="Montserrat"/>
            </a:endParaRPr>
          </a:p>
        </p:txBody>
      </p:sp>
      <p:sp>
        <p:nvSpPr>
          <p:cNvPr id="7" name="ZoneTexte 6">
            <a:extLst>
              <a:ext uri="{FF2B5EF4-FFF2-40B4-BE49-F238E27FC236}">
                <a16:creationId xmlns:a16="http://schemas.microsoft.com/office/drawing/2014/main" id="{301A0653-1892-46C7-F1CA-118EB835508B}"/>
              </a:ext>
            </a:extLst>
          </p:cNvPr>
          <p:cNvSpPr txBox="1"/>
          <p:nvPr/>
        </p:nvSpPr>
        <p:spPr>
          <a:xfrm>
            <a:off x="3576702" y="911009"/>
            <a:ext cx="7102698" cy="369332"/>
          </a:xfrm>
          <a:prstGeom prst="rect">
            <a:avLst/>
          </a:prstGeom>
          <a:noFill/>
        </p:spPr>
        <p:txBody>
          <a:bodyPr wrap="square" lIns="91440" tIns="45720" rIns="91440" bIns="45720" anchor="t">
            <a:spAutoFit/>
          </a:bodyPr>
          <a:lstStyle/>
          <a:p>
            <a:r>
              <a:rPr lang="fr-FR" b="1" dirty="0">
                <a:latin typeface="Montserrat"/>
              </a:rPr>
              <a:t>Cas test</a:t>
            </a:r>
            <a:endParaRPr lang="fr-FR" b="1" noProof="0" dirty="0">
              <a:latin typeface="Montserrat"/>
            </a:endParaRPr>
          </a:p>
        </p:txBody>
      </p:sp>
      <p:pic>
        <p:nvPicPr>
          <p:cNvPr id="3" name="Image 0" descr="/mnt/data/a_wide_realistic_office_meeting_room_scene_with_a.png">
            <a:extLst>
              <a:ext uri="{FF2B5EF4-FFF2-40B4-BE49-F238E27FC236}">
                <a16:creationId xmlns:a16="http://schemas.microsoft.com/office/drawing/2014/main" id="{17A52BC7-99C4-2D99-0AB9-B1E08CEF7C8C}"/>
              </a:ext>
            </a:extLst>
          </p:cNvPr>
          <p:cNvPicPr>
            <a:picLocks noChangeAspect="1"/>
          </p:cNvPicPr>
          <p:nvPr/>
        </p:nvPicPr>
        <p:blipFill>
          <a:blip r:embed="rId3"/>
          <a:srcRect l="5000" t="10000" r="20191" b="10000"/>
          <a:stretch/>
        </p:blipFill>
        <p:spPr>
          <a:xfrm>
            <a:off x="7192059" y="2694933"/>
            <a:ext cx="4801022" cy="2889504"/>
          </a:xfrm>
          <a:prstGeom prst="rect">
            <a:avLst/>
          </a:prstGeom>
        </p:spPr>
      </p:pic>
    </p:spTree>
    <p:extLst>
      <p:ext uri="{BB962C8B-B14F-4D97-AF65-F5344CB8AC3E}">
        <p14:creationId xmlns:p14="http://schemas.microsoft.com/office/powerpoint/2010/main" val="1273917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EE9B2-E558-EF72-E5E3-F58EF4552F13}"/>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67B8CAE-246F-0FA4-53DB-885A0A6A67EF}"/>
              </a:ext>
            </a:extLst>
          </p:cNvPr>
          <p:cNvSpPr txBox="1"/>
          <p:nvPr/>
        </p:nvSpPr>
        <p:spPr>
          <a:xfrm>
            <a:off x="416179" y="1985163"/>
            <a:ext cx="5428439" cy="1477328"/>
          </a:xfrm>
          <a:prstGeom prst="rect">
            <a:avLst/>
          </a:prstGeom>
          <a:noFill/>
        </p:spPr>
        <p:txBody>
          <a:bodyPr wrap="square" lIns="91440" tIns="45720" rIns="91440" bIns="45720" rtlCol="0" anchor="t">
            <a:spAutoFit/>
          </a:bodyPr>
          <a:lstStyle/>
          <a:p>
            <a:r>
              <a:rPr lang="fr-FR" sz="4500" b="1" dirty="0">
                <a:solidFill>
                  <a:schemeClr val="bg1"/>
                </a:solidFill>
                <a:latin typeface="Montserrat Black"/>
              </a:rPr>
              <a:t>PRÉSENTATION DES SOLUTIONS</a:t>
            </a:r>
          </a:p>
        </p:txBody>
      </p:sp>
    </p:spTree>
    <p:extLst>
      <p:ext uri="{BB962C8B-B14F-4D97-AF65-F5344CB8AC3E}">
        <p14:creationId xmlns:p14="http://schemas.microsoft.com/office/powerpoint/2010/main" val="1809060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B4008-89AB-CC81-709F-53EC8E89274E}"/>
            </a:ext>
          </a:extLst>
        </p:cNvPr>
        <p:cNvGrpSpPr/>
        <p:nvPr/>
      </p:nvGrpSpPr>
      <p:grpSpPr>
        <a:xfrm>
          <a:off x="0" y="0"/>
          <a:ext cx="0" cy="0"/>
          <a:chOff x="0" y="0"/>
          <a:chExt cx="0" cy="0"/>
        </a:xfrm>
      </p:grpSpPr>
      <p:sp>
        <p:nvSpPr>
          <p:cNvPr id="4" name="ZoneTexte 7">
            <a:extLst>
              <a:ext uri="{FF2B5EF4-FFF2-40B4-BE49-F238E27FC236}">
                <a16:creationId xmlns:a16="http://schemas.microsoft.com/office/drawing/2014/main" id="{63070C6A-BF41-147F-C8EB-93D2401CBBD4}"/>
              </a:ext>
            </a:extLst>
          </p:cNvPr>
          <p:cNvSpPr txBox="1"/>
          <p:nvPr/>
        </p:nvSpPr>
        <p:spPr>
          <a:xfrm>
            <a:off x="568788" y="671909"/>
            <a:ext cx="10110612" cy="684162"/>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b="1" cap="all" dirty="0">
                <a:solidFill>
                  <a:srgbClr val="E4003A"/>
                </a:solidFill>
                <a:latin typeface="Montserrat Light"/>
              </a:rPr>
              <a:t>présentation des solutions</a:t>
            </a:r>
            <a:endParaRPr lang="fr-FR" sz="3500" b="1" cap="all" noProof="0" dirty="0">
              <a:solidFill>
                <a:srgbClr val="E4003A"/>
              </a:solidFill>
              <a:latin typeface="Montserrat Black" panose="00000A00000000000000" pitchFamily="2" charset="0"/>
            </a:endParaRPr>
          </a:p>
        </p:txBody>
      </p:sp>
      <p:sp>
        <p:nvSpPr>
          <p:cNvPr id="5" name="ZoneTexte 4">
            <a:extLst>
              <a:ext uri="{FF2B5EF4-FFF2-40B4-BE49-F238E27FC236}">
                <a16:creationId xmlns:a16="http://schemas.microsoft.com/office/drawing/2014/main" id="{2589E889-EEA1-07BC-2BE3-33517C1B07C9}"/>
              </a:ext>
            </a:extLst>
          </p:cNvPr>
          <p:cNvSpPr txBox="1"/>
          <p:nvPr/>
        </p:nvSpPr>
        <p:spPr>
          <a:xfrm>
            <a:off x="340188" y="3269792"/>
            <a:ext cx="2695620"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fontAlgn="base"/>
            <a:r>
              <a:rPr lang="fr-FR" sz="1600" b="1" noProof="0" dirty="0" err="1">
                <a:solidFill>
                  <a:srgbClr val="E4003A"/>
                </a:solidFill>
                <a:latin typeface="Montserrat Light"/>
                <a:ea typeface="+mn-lt"/>
                <a:cs typeface="+mn-lt"/>
              </a:rPr>
              <a:t>Kizeo</a:t>
            </a:r>
            <a:r>
              <a:rPr lang="fr-FR" sz="1600" b="1" noProof="0" dirty="0">
                <a:solidFill>
                  <a:srgbClr val="E4003A"/>
                </a:solidFill>
                <a:latin typeface="Montserrat Light"/>
                <a:ea typeface="+mn-lt"/>
                <a:cs typeface="+mn-lt"/>
              </a:rPr>
              <a:t> Forms</a:t>
            </a:r>
          </a:p>
          <a:p>
            <a:pPr algn="ctr" fontAlgn="base"/>
            <a:r>
              <a:rPr lang="fr-FR" sz="1200" dirty="0">
                <a:latin typeface="Montserrat Light"/>
                <a:ea typeface="+mn-lt"/>
                <a:cs typeface="+mn-lt"/>
                <a:hlinkClick r:id="rId3"/>
              </a:rPr>
              <a:t>https://www.kizeo-forms.com/</a:t>
            </a:r>
            <a:endParaRPr lang="fr-FR" sz="1200" dirty="0">
              <a:latin typeface="Montserrat Light"/>
              <a:ea typeface="+mn-lt"/>
              <a:cs typeface="+mn-lt"/>
            </a:endParaRPr>
          </a:p>
          <a:p>
            <a:pPr algn="ctr"/>
            <a:r>
              <a:rPr lang="fr-FR" sz="1600" noProof="0" dirty="0">
                <a:latin typeface="Montserrat" panose="00000500000000000000" pitchFamily="2" charset="0"/>
                <a:ea typeface="Calibri" panose="020F0502020204030204"/>
                <a:cs typeface="Calibri" panose="020F0502020204030204"/>
              </a:rPr>
              <a:t>Formulaires mobiles</a:t>
            </a:r>
          </a:p>
          <a:p>
            <a:pPr algn="ctr"/>
            <a:endParaRPr lang="fr-FR" noProof="0" dirty="0">
              <a:ea typeface="Calibri" panose="020F0502020204030204"/>
              <a:cs typeface="Calibri" panose="020F0502020204030204"/>
            </a:endParaRPr>
          </a:p>
        </p:txBody>
      </p:sp>
      <p:sp>
        <p:nvSpPr>
          <p:cNvPr id="6" name="ZoneTexte 5">
            <a:extLst>
              <a:ext uri="{FF2B5EF4-FFF2-40B4-BE49-F238E27FC236}">
                <a16:creationId xmlns:a16="http://schemas.microsoft.com/office/drawing/2014/main" id="{1879FFB0-A14F-8D42-D6F8-0642903FD502}"/>
              </a:ext>
            </a:extLst>
          </p:cNvPr>
          <p:cNvSpPr txBox="1"/>
          <p:nvPr/>
        </p:nvSpPr>
        <p:spPr>
          <a:xfrm>
            <a:off x="568788" y="1887318"/>
            <a:ext cx="7657213" cy="369332"/>
          </a:xfrm>
          <a:prstGeom prst="rect">
            <a:avLst/>
          </a:prstGeom>
          <a:noFill/>
        </p:spPr>
        <p:txBody>
          <a:bodyPr wrap="square" lIns="91440" tIns="45720" rIns="91440" bIns="45720" anchor="t">
            <a:spAutoFit/>
          </a:bodyPr>
          <a:lstStyle/>
          <a:p>
            <a:r>
              <a:rPr lang="fr-FR" b="1" noProof="0" dirty="0">
                <a:solidFill>
                  <a:srgbClr val="E4003A"/>
                </a:solidFill>
                <a:latin typeface="Montserrat"/>
              </a:rPr>
              <a:t>Audit des solutions par Fiteco</a:t>
            </a:r>
          </a:p>
        </p:txBody>
      </p:sp>
      <p:pic>
        <p:nvPicPr>
          <p:cNvPr id="3" name="Image 2">
            <a:extLst>
              <a:ext uri="{FF2B5EF4-FFF2-40B4-BE49-F238E27FC236}">
                <a16:creationId xmlns:a16="http://schemas.microsoft.com/office/drawing/2014/main" id="{7AB41479-2EAE-FB91-D19B-1BA1BF862E74}"/>
              </a:ext>
            </a:extLst>
          </p:cNvPr>
          <p:cNvPicPr>
            <a:picLocks noChangeAspect="1"/>
          </p:cNvPicPr>
          <p:nvPr/>
        </p:nvPicPr>
        <p:blipFill>
          <a:blip r:embed="rId4"/>
          <a:stretch>
            <a:fillRect/>
          </a:stretch>
        </p:blipFill>
        <p:spPr>
          <a:xfrm>
            <a:off x="792366" y="2545791"/>
            <a:ext cx="1771897" cy="724001"/>
          </a:xfrm>
          <a:prstGeom prst="rect">
            <a:avLst/>
          </a:prstGeom>
        </p:spPr>
      </p:pic>
      <p:pic>
        <p:nvPicPr>
          <p:cNvPr id="10" name="Image 9">
            <a:extLst>
              <a:ext uri="{FF2B5EF4-FFF2-40B4-BE49-F238E27FC236}">
                <a16:creationId xmlns:a16="http://schemas.microsoft.com/office/drawing/2014/main" id="{D7114470-B568-7FD8-4AD6-84633604FF23}"/>
              </a:ext>
            </a:extLst>
          </p:cNvPr>
          <p:cNvPicPr>
            <a:picLocks noChangeAspect="1"/>
          </p:cNvPicPr>
          <p:nvPr/>
        </p:nvPicPr>
        <p:blipFill>
          <a:blip r:embed="rId5"/>
          <a:stretch>
            <a:fillRect/>
          </a:stretch>
        </p:blipFill>
        <p:spPr>
          <a:xfrm>
            <a:off x="4132218" y="2545790"/>
            <a:ext cx="2186780" cy="724001"/>
          </a:xfrm>
          <a:prstGeom prst="rect">
            <a:avLst/>
          </a:prstGeom>
        </p:spPr>
      </p:pic>
      <p:sp>
        <p:nvSpPr>
          <p:cNvPr id="12" name="ZoneTexte 11">
            <a:extLst>
              <a:ext uri="{FF2B5EF4-FFF2-40B4-BE49-F238E27FC236}">
                <a16:creationId xmlns:a16="http://schemas.microsoft.com/office/drawing/2014/main" id="{BA46D075-F736-F4CD-5E1F-CB162B075D6A}"/>
              </a:ext>
            </a:extLst>
          </p:cNvPr>
          <p:cNvSpPr txBox="1"/>
          <p:nvPr/>
        </p:nvSpPr>
        <p:spPr>
          <a:xfrm>
            <a:off x="4073029" y="3252433"/>
            <a:ext cx="2305158"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fontAlgn="base"/>
            <a:r>
              <a:rPr lang="fr-FR" sz="1600" b="1" dirty="0" err="1">
                <a:solidFill>
                  <a:srgbClr val="E4003A"/>
                </a:solidFill>
                <a:latin typeface="Montserrat Light"/>
                <a:ea typeface="+mn-lt"/>
                <a:cs typeface="+mn-lt"/>
              </a:rPr>
              <a:t>Alobees</a:t>
            </a:r>
            <a:endParaRPr lang="fr-FR" sz="1600" b="1" noProof="0" dirty="0">
              <a:solidFill>
                <a:srgbClr val="E4003A"/>
              </a:solidFill>
              <a:latin typeface="Montserrat Light"/>
              <a:ea typeface="+mn-lt"/>
              <a:cs typeface="+mn-lt"/>
            </a:endParaRPr>
          </a:p>
          <a:p>
            <a:pPr algn="ctr" fontAlgn="base"/>
            <a:r>
              <a:rPr lang="fr-FR" sz="1200" dirty="0">
                <a:latin typeface="Montserrat Light"/>
                <a:ea typeface="+mn-lt"/>
                <a:cs typeface="+mn-lt"/>
                <a:hlinkClick r:id="rId6"/>
              </a:rPr>
              <a:t>https://www.alobees.com/</a:t>
            </a:r>
            <a:endParaRPr lang="fr-FR" sz="1200" dirty="0">
              <a:latin typeface="Montserrat Light"/>
              <a:ea typeface="+mn-lt"/>
              <a:cs typeface="+mn-lt"/>
            </a:endParaRPr>
          </a:p>
          <a:p>
            <a:pPr algn="ctr" fontAlgn="base"/>
            <a:r>
              <a:rPr lang="fr-FR" sz="1600" noProof="0" dirty="0">
                <a:latin typeface="Montserrat" panose="00000500000000000000" pitchFamily="2" charset="0"/>
                <a:ea typeface="Calibri" panose="020F0502020204030204"/>
                <a:cs typeface="Calibri" panose="020F0502020204030204"/>
              </a:rPr>
              <a:t>Suivi de </a:t>
            </a:r>
            <a:r>
              <a:rPr lang="fr-FR" sz="1600" noProof="0" dirty="0" err="1">
                <a:latin typeface="Montserrat" panose="00000500000000000000" pitchFamily="2" charset="0"/>
                <a:ea typeface="Calibri" panose="020F0502020204030204"/>
                <a:cs typeface="Calibri" panose="020F0502020204030204"/>
              </a:rPr>
              <a:t>cha</a:t>
            </a:r>
            <a:r>
              <a:rPr lang="fr-FR" sz="1600" dirty="0" err="1">
                <a:latin typeface="Montserrat" panose="00000500000000000000" pitchFamily="2" charset="0"/>
                <a:ea typeface="Calibri" panose="020F0502020204030204"/>
                <a:cs typeface="Calibri" panose="020F0502020204030204"/>
              </a:rPr>
              <a:t>ntier</a:t>
            </a:r>
            <a:r>
              <a:rPr lang="fr-FR" sz="1600" dirty="0">
                <a:latin typeface="Montserrat" panose="00000500000000000000" pitchFamily="2" charset="0"/>
                <a:ea typeface="Calibri" panose="020F0502020204030204"/>
                <a:cs typeface="Calibri" panose="020F0502020204030204"/>
              </a:rPr>
              <a:t>, planning et équipes</a:t>
            </a:r>
            <a:endParaRPr lang="fr-FR" sz="1600" noProof="0" dirty="0">
              <a:latin typeface="Montserrat" panose="00000500000000000000" pitchFamily="2" charset="0"/>
              <a:ea typeface="Calibri" panose="020F0502020204030204"/>
              <a:cs typeface="Calibri" panose="020F0502020204030204"/>
            </a:endParaRPr>
          </a:p>
          <a:p>
            <a:pPr algn="ctr"/>
            <a:endParaRPr lang="fr-FR" noProof="0" dirty="0">
              <a:ea typeface="Calibri" panose="020F0502020204030204"/>
              <a:cs typeface="Calibri" panose="020F0502020204030204"/>
            </a:endParaRPr>
          </a:p>
        </p:txBody>
      </p:sp>
      <p:pic>
        <p:nvPicPr>
          <p:cNvPr id="14" name="Image 13">
            <a:extLst>
              <a:ext uri="{FF2B5EF4-FFF2-40B4-BE49-F238E27FC236}">
                <a16:creationId xmlns:a16="http://schemas.microsoft.com/office/drawing/2014/main" id="{A0D4BD1F-4281-F3CC-3561-44073D253DFF}"/>
              </a:ext>
            </a:extLst>
          </p:cNvPr>
          <p:cNvPicPr>
            <a:picLocks noChangeAspect="1"/>
          </p:cNvPicPr>
          <p:nvPr/>
        </p:nvPicPr>
        <p:blipFill>
          <a:blip r:embed="rId7"/>
          <a:stretch>
            <a:fillRect/>
          </a:stretch>
        </p:blipFill>
        <p:spPr>
          <a:xfrm>
            <a:off x="7415408" y="2669632"/>
            <a:ext cx="2391109" cy="476316"/>
          </a:xfrm>
          <a:prstGeom prst="rect">
            <a:avLst/>
          </a:prstGeom>
        </p:spPr>
      </p:pic>
      <p:sp>
        <p:nvSpPr>
          <p:cNvPr id="16" name="ZoneTexte 15">
            <a:extLst>
              <a:ext uri="{FF2B5EF4-FFF2-40B4-BE49-F238E27FC236}">
                <a16:creationId xmlns:a16="http://schemas.microsoft.com/office/drawing/2014/main" id="{3F220E39-8400-D503-6C83-42E42B10F84D}"/>
              </a:ext>
            </a:extLst>
          </p:cNvPr>
          <p:cNvSpPr txBox="1"/>
          <p:nvPr/>
        </p:nvSpPr>
        <p:spPr>
          <a:xfrm>
            <a:off x="7349691" y="3269791"/>
            <a:ext cx="2522541"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fontAlgn="base"/>
            <a:r>
              <a:rPr lang="fr-FR" sz="1600" b="1" noProof="0" dirty="0" err="1">
                <a:solidFill>
                  <a:srgbClr val="E4003A"/>
                </a:solidFill>
                <a:latin typeface="Montserrat Light"/>
                <a:ea typeface="+mn-lt"/>
                <a:cs typeface="+mn-lt"/>
              </a:rPr>
              <a:t>Fieldwire</a:t>
            </a:r>
            <a:endParaRPr lang="fr-FR" sz="1600" b="1" noProof="0" dirty="0">
              <a:solidFill>
                <a:srgbClr val="E4003A"/>
              </a:solidFill>
              <a:latin typeface="Montserrat Light"/>
              <a:ea typeface="+mn-lt"/>
              <a:cs typeface="+mn-lt"/>
            </a:endParaRPr>
          </a:p>
          <a:p>
            <a:pPr algn="ctr" fontAlgn="base"/>
            <a:r>
              <a:rPr lang="fr-FR" sz="1200" dirty="0">
                <a:latin typeface="Montserrat Light"/>
                <a:ea typeface="+mn-lt"/>
                <a:cs typeface="+mn-lt"/>
                <a:hlinkClick r:id="rId8"/>
              </a:rPr>
              <a:t>https://www.fieldwire.com/fr/</a:t>
            </a:r>
            <a:endParaRPr lang="fr-FR" sz="1200" dirty="0">
              <a:latin typeface="Montserrat Light"/>
              <a:ea typeface="+mn-lt"/>
              <a:cs typeface="+mn-lt"/>
            </a:endParaRPr>
          </a:p>
          <a:p>
            <a:pPr algn="ctr" fontAlgn="base"/>
            <a:r>
              <a:rPr lang="fr-FR" sz="1600" noProof="0" dirty="0">
                <a:latin typeface="Montserrat" panose="00000500000000000000" pitchFamily="2" charset="0"/>
                <a:ea typeface="+mn-lt"/>
                <a:cs typeface="+mn-lt"/>
              </a:rPr>
              <a:t>Coordination chantier</a:t>
            </a:r>
            <a:endParaRPr lang="fr-FR" sz="1600" noProof="0" dirty="0">
              <a:latin typeface="Montserrat" panose="00000500000000000000" pitchFamily="2" charset="0"/>
              <a:ea typeface="Calibri" panose="020F0502020204030204"/>
              <a:cs typeface="Calibri" panose="020F0502020204030204"/>
            </a:endParaRPr>
          </a:p>
        </p:txBody>
      </p:sp>
      <p:pic>
        <p:nvPicPr>
          <p:cNvPr id="18" name="Image 17">
            <a:extLst>
              <a:ext uri="{FF2B5EF4-FFF2-40B4-BE49-F238E27FC236}">
                <a16:creationId xmlns:a16="http://schemas.microsoft.com/office/drawing/2014/main" id="{A7C4C66F-8BDD-096F-079B-1373B2613FBC}"/>
              </a:ext>
            </a:extLst>
          </p:cNvPr>
          <p:cNvPicPr>
            <a:picLocks noChangeAspect="1"/>
          </p:cNvPicPr>
          <p:nvPr/>
        </p:nvPicPr>
        <p:blipFill>
          <a:blip r:embed="rId9"/>
          <a:stretch>
            <a:fillRect/>
          </a:stretch>
        </p:blipFill>
        <p:spPr>
          <a:xfrm>
            <a:off x="2671253" y="4794011"/>
            <a:ext cx="1838582" cy="743054"/>
          </a:xfrm>
          <a:prstGeom prst="rect">
            <a:avLst/>
          </a:prstGeom>
        </p:spPr>
      </p:pic>
      <p:sp>
        <p:nvSpPr>
          <p:cNvPr id="20" name="ZoneTexte 19">
            <a:extLst>
              <a:ext uri="{FF2B5EF4-FFF2-40B4-BE49-F238E27FC236}">
                <a16:creationId xmlns:a16="http://schemas.microsoft.com/office/drawing/2014/main" id="{0820830D-FDAC-B5EE-7BCF-5BD7BF05C788}"/>
              </a:ext>
            </a:extLst>
          </p:cNvPr>
          <p:cNvSpPr txBox="1"/>
          <p:nvPr/>
        </p:nvSpPr>
        <p:spPr>
          <a:xfrm>
            <a:off x="2192739" y="5594230"/>
            <a:ext cx="279561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fontAlgn="base"/>
            <a:r>
              <a:rPr lang="fr-FR" sz="1600" b="1" noProof="0" dirty="0" err="1">
                <a:solidFill>
                  <a:srgbClr val="E4003A"/>
                </a:solidFill>
                <a:latin typeface="Montserrat Light"/>
                <a:ea typeface="+mn-lt"/>
                <a:cs typeface="+mn-lt"/>
              </a:rPr>
              <a:t>Kraaft</a:t>
            </a:r>
            <a:endParaRPr lang="fr-FR" sz="1600" b="1" noProof="0" dirty="0">
              <a:solidFill>
                <a:srgbClr val="E4003A"/>
              </a:solidFill>
              <a:latin typeface="Montserrat Light"/>
              <a:ea typeface="+mn-lt"/>
              <a:cs typeface="+mn-lt"/>
            </a:endParaRPr>
          </a:p>
          <a:p>
            <a:pPr algn="ctr" fontAlgn="base"/>
            <a:r>
              <a:rPr lang="fr-FR" sz="1200" dirty="0">
                <a:latin typeface="Montserrat Light"/>
                <a:ea typeface="+mn-lt"/>
                <a:cs typeface="+mn-lt"/>
              </a:rPr>
              <a:t>https://www.kraaft.com/</a:t>
            </a:r>
            <a:endParaRPr lang="fr-FR" sz="1600" noProof="0" dirty="0">
              <a:latin typeface="Montserrat" panose="00000500000000000000" pitchFamily="2" charset="0"/>
              <a:ea typeface="Calibri" panose="020F0502020204030204"/>
              <a:cs typeface="Calibri" panose="020F0502020204030204"/>
            </a:endParaRPr>
          </a:p>
          <a:p>
            <a:pPr algn="ctr"/>
            <a:r>
              <a:rPr lang="fr-FR" sz="1600" noProof="0" dirty="0">
                <a:latin typeface="Montserrat" panose="00000500000000000000" pitchFamily="2" charset="0"/>
                <a:ea typeface="Calibri" panose="020F0502020204030204"/>
                <a:cs typeface="Calibri" panose="020F0502020204030204"/>
              </a:rPr>
              <a:t>Communication chantier et remontées terrain</a:t>
            </a:r>
          </a:p>
        </p:txBody>
      </p:sp>
      <p:pic>
        <p:nvPicPr>
          <p:cNvPr id="22" name="Image 21">
            <a:extLst>
              <a:ext uri="{FF2B5EF4-FFF2-40B4-BE49-F238E27FC236}">
                <a16:creationId xmlns:a16="http://schemas.microsoft.com/office/drawing/2014/main" id="{FDC2E979-C241-2C94-6C9D-1EE9262058B3}"/>
              </a:ext>
            </a:extLst>
          </p:cNvPr>
          <p:cNvPicPr>
            <a:picLocks noChangeAspect="1"/>
          </p:cNvPicPr>
          <p:nvPr/>
        </p:nvPicPr>
        <p:blipFill>
          <a:blip r:embed="rId10"/>
          <a:stretch>
            <a:fillRect/>
          </a:stretch>
        </p:blipFill>
        <p:spPr>
          <a:xfrm>
            <a:off x="5624094" y="4851176"/>
            <a:ext cx="2240420" cy="743054"/>
          </a:xfrm>
          <a:prstGeom prst="rect">
            <a:avLst/>
          </a:prstGeom>
        </p:spPr>
      </p:pic>
      <p:sp>
        <p:nvSpPr>
          <p:cNvPr id="24" name="ZoneTexte 23">
            <a:extLst>
              <a:ext uri="{FF2B5EF4-FFF2-40B4-BE49-F238E27FC236}">
                <a16:creationId xmlns:a16="http://schemas.microsoft.com/office/drawing/2014/main" id="{1324CE79-7895-33FA-6917-929C9880767E}"/>
              </a:ext>
            </a:extLst>
          </p:cNvPr>
          <p:cNvSpPr txBox="1"/>
          <p:nvPr/>
        </p:nvSpPr>
        <p:spPr>
          <a:xfrm>
            <a:off x="5396494" y="5601476"/>
            <a:ext cx="269562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fontAlgn="base"/>
            <a:r>
              <a:rPr lang="fr-FR" sz="1600" b="1" dirty="0" err="1">
                <a:solidFill>
                  <a:srgbClr val="E4003A"/>
                </a:solidFill>
                <a:latin typeface="Montserrat Light"/>
                <a:ea typeface="+mn-lt"/>
                <a:cs typeface="+mn-lt"/>
              </a:rPr>
              <a:t>ProGBat</a:t>
            </a:r>
            <a:endParaRPr lang="fr-FR" sz="1600" noProof="0" dirty="0">
              <a:latin typeface="Montserrat" panose="00000500000000000000" pitchFamily="2" charset="0"/>
              <a:ea typeface="Calibri" panose="020F0502020204030204"/>
              <a:cs typeface="Calibri" panose="020F0502020204030204"/>
            </a:endParaRPr>
          </a:p>
          <a:p>
            <a:pPr algn="ctr"/>
            <a:r>
              <a:rPr lang="fr-FR" sz="1200" dirty="0">
                <a:latin typeface="Montserrat Light" panose="00000400000000000000" pitchFamily="2" charset="0"/>
                <a:ea typeface="Calibri" panose="020F0502020204030204"/>
                <a:cs typeface="Calibri" panose="020F0502020204030204"/>
                <a:hlinkClick r:id="rId11"/>
              </a:rPr>
              <a:t>https://www.progbat.com/</a:t>
            </a:r>
            <a:endParaRPr lang="fr-FR" sz="1200" dirty="0">
              <a:latin typeface="Montserrat Light" panose="00000400000000000000" pitchFamily="2" charset="0"/>
              <a:ea typeface="Calibri" panose="020F0502020204030204"/>
              <a:cs typeface="Calibri" panose="020F0502020204030204"/>
            </a:endParaRPr>
          </a:p>
          <a:p>
            <a:pPr algn="ctr"/>
            <a:r>
              <a:rPr lang="fr-FR" sz="1600" noProof="0" dirty="0">
                <a:latin typeface="Montserrat" panose="00000500000000000000" pitchFamily="2" charset="0"/>
                <a:ea typeface="Calibri" panose="020F0502020204030204"/>
                <a:cs typeface="Calibri" panose="020F0502020204030204"/>
              </a:rPr>
              <a:t>ERP / </a:t>
            </a:r>
            <a:r>
              <a:rPr lang="fr-FR" sz="1600" dirty="0">
                <a:latin typeface="Montserrat" panose="00000500000000000000" pitchFamily="2" charset="0"/>
                <a:ea typeface="Calibri" panose="020F0502020204030204"/>
                <a:cs typeface="Calibri" panose="020F0502020204030204"/>
              </a:rPr>
              <a:t>gestion complète pour le BTP</a:t>
            </a:r>
            <a:endParaRPr lang="fr-FR" sz="1600" noProof="0" dirty="0">
              <a:latin typeface="Montserrat" panose="00000500000000000000" pitchFamily="2" charset="0"/>
              <a:ea typeface="Calibri" panose="020F0502020204030204"/>
              <a:cs typeface="Calibri" panose="020F0502020204030204"/>
            </a:endParaRPr>
          </a:p>
        </p:txBody>
      </p:sp>
    </p:spTree>
    <p:extLst>
      <p:ext uri="{BB962C8B-B14F-4D97-AF65-F5344CB8AC3E}">
        <p14:creationId xmlns:p14="http://schemas.microsoft.com/office/powerpoint/2010/main" val="205504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82D80-53F4-C0A8-8CAD-9C0373C63720}"/>
            </a:ext>
          </a:extLst>
        </p:cNvPr>
        <p:cNvGrpSpPr/>
        <p:nvPr/>
      </p:nvGrpSpPr>
      <p:grpSpPr>
        <a:xfrm>
          <a:off x="0" y="0"/>
          <a:ext cx="0" cy="0"/>
          <a:chOff x="0" y="0"/>
          <a:chExt cx="0" cy="0"/>
        </a:xfrm>
      </p:grpSpPr>
      <p:sp>
        <p:nvSpPr>
          <p:cNvPr id="4" name="ZoneTexte 7">
            <a:extLst>
              <a:ext uri="{FF2B5EF4-FFF2-40B4-BE49-F238E27FC236}">
                <a16:creationId xmlns:a16="http://schemas.microsoft.com/office/drawing/2014/main" id="{715F9F84-0B05-AE65-F904-A7C1B39AA4F7}"/>
              </a:ext>
            </a:extLst>
          </p:cNvPr>
          <p:cNvSpPr txBox="1"/>
          <p:nvPr/>
        </p:nvSpPr>
        <p:spPr>
          <a:xfrm>
            <a:off x="568788" y="671909"/>
            <a:ext cx="10110612" cy="684162"/>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b="1" cap="all" dirty="0">
                <a:solidFill>
                  <a:srgbClr val="E4003A"/>
                </a:solidFill>
                <a:latin typeface="Montserrat Light"/>
              </a:rPr>
              <a:t>présentation des solutions</a:t>
            </a:r>
            <a:endParaRPr lang="fr-FR" sz="3500" b="1" cap="all" noProof="0" dirty="0">
              <a:solidFill>
                <a:srgbClr val="E4003A"/>
              </a:solidFill>
              <a:latin typeface="Montserrat Black" panose="00000A00000000000000" pitchFamily="2" charset="0"/>
            </a:endParaRPr>
          </a:p>
        </p:txBody>
      </p:sp>
      <p:sp>
        <p:nvSpPr>
          <p:cNvPr id="6" name="ZoneTexte 5">
            <a:extLst>
              <a:ext uri="{FF2B5EF4-FFF2-40B4-BE49-F238E27FC236}">
                <a16:creationId xmlns:a16="http://schemas.microsoft.com/office/drawing/2014/main" id="{1404CC89-0B5C-8918-7434-187499192303}"/>
              </a:ext>
            </a:extLst>
          </p:cNvPr>
          <p:cNvSpPr txBox="1"/>
          <p:nvPr/>
        </p:nvSpPr>
        <p:spPr>
          <a:xfrm>
            <a:off x="568788" y="1887318"/>
            <a:ext cx="7657213" cy="369332"/>
          </a:xfrm>
          <a:prstGeom prst="rect">
            <a:avLst/>
          </a:prstGeom>
          <a:noFill/>
        </p:spPr>
        <p:txBody>
          <a:bodyPr wrap="square" lIns="91440" tIns="45720" rIns="91440" bIns="45720" anchor="t">
            <a:spAutoFit/>
          </a:bodyPr>
          <a:lstStyle/>
          <a:p>
            <a:r>
              <a:rPr lang="fr-FR" b="1" noProof="0" dirty="0">
                <a:solidFill>
                  <a:srgbClr val="E4003A"/>
                </a:solidFill>
                <a:latin typeface="Montserrat"/>
              </a:rPr>
              <a:t>Proposition de shortlist validée par Fiteco</a:t>
            </a:r>
          </a:p>
        </p:txBody>
      </p:sp>
      <p:pic>
        <p:nvPicPr>
          <p:cNvPr id="10" name="Image 9">
            <a:extLst>
              <a:ext uri="{FF2B5EF4-FFF2-40B4-BE49-F238E27FC236}">
                <a16:creationId xmlns:a16="http://schemas.microsoft.com/office/drawing/2014/main" id="{277E2819-E712-6D82-8F55-76B81552584C}"/>
              </a:ext>
            </a:extLst>
          </p:cNvPr>
          <p:cNvPicPr>
            <a:picLocks noChangeAspect="1"/>
          </p:cNvPicPr>
          <p:nvPr/>
        </p:nvPicPr>
        <p:blipFill>
          <a:blip r:embed="rId3"/>
          <a:stretch>
            <a:fillRect/>
          </a:stretch>
        </p:blipFill>
        <p:spPr>
          <a:xfrm>
            <a:off x="1325010" y="2221915"/>
            <a:ext cx="2186780" cy="724001"/>
          </a:xfrm>
          <a:prstGeom prst="rect">
            <a:avLst/>
          </a:prstGeom>
        </p:spPr>
      </p:pic>
      <p:pic>
        <p:nvPicPr>
          <p:cNvPr id="18" name="Image 17">
            <a:extLst>
              <a:ext uri="{FF2B5EF4-FFF2-40B4-BE49-F238E27FC236}">
                <a16:creationId xmlns:a16="http://schemas.microsoft.com/office/drawing/2014/main" id="{7028CB99-7D23-F646-973E-1D2148D3E382}"/>
              </a:ext>
            </a:extLst>
          </p:cNvPr>
          <p:cNvPicPr>
            <a:picLocks noChangeAspect="1"/>
          </p:cNvPicPr>
          <p:nvPr/>
        </p:nvPicPr>
        <p:blipFill>
          <a:blip r:embed="rId4"/>
          <a:stretch>
            <a:fillRect/>
          </a:stretch>
        </p:blipFill>
        <p:spPr>
          <a:xfrm>
            <a:off x="8226001" y="2202862"/>
            <a:ext cx="1838582" cy="743054"/>
          </a:xfrm>
          <a:prstGeom prst="rect">
            <a:avLst/>
          </a:prstGeom>
        </p:spPr>
      </p:pic>
      <p:pic>
        <p:nvPicPr>
          <p:cNvPr id="7" name="Image 6">
            <a:extLst>
              <a:ext uri="{FF2B5EF4-FFF2-40B4-BE49-F238E27FC236}">
                <a16:creationId xmlns:a16="http://schemas.microsoft.com/office/drawing/2014/main" id="{9DD9EFB6-0A14-2D67-E720-F0E66581C1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6060" y="2787897"/>
            <a:ext cx="1569076" cy="2753889"/>
          </a:xfrm>
          <a:prstGeom prst="rect">
            <a:avLst/>
          </a:prstGeom>
        </p:spPr>
      </p:pic>
      <p:pic>
        <p:nvPicPr>
          <p:cNvPr id="9" name="Image 8">
            <a:extLst>
              <a:ext uri="{FF2B5EF4-FFF2-40B4-BE49-F238E27FC236}">
                <a16:creationId xmlns:a16="http://schemas.microsoft.com/office/drawing/2014/main" id="{62550A2C-1194-27BC-889F-75772B89243E}"/>
              </a:ext>
            </a:extLst>
          </p:cNvPr>
          <p:cNvPicPr>
            <a:picLocks noChangeAspect="1"/>
          </p:cNvPicPr>
          <p:nvPr/>
        </p:nvPicPr>
        <p:blipFill>
          <a:blip r:embed="rId6"/>
          <a:stretch>
            <a:fillRect/>
          </a:stretch>
        </p:blipFill>
        <p:spPr>
          <a:xfrm>
            <a:off x="2098082" y="3280513"/>
            <a:ext cx="3686024" cy="2167128"/>
          </a:xfrm>
          <a:prstGeom prst="rect">
            <a:avLst/>
          </a:prstGeom>
        </p:spPr>
      </p:pic>
      <p:pic>
        <p:nvPicPr>
          <p:cNvPr id="13" name="Image 12">
            <a:extLst>
              <a:ext uri="{FF2B5EF4-FFF2-40B4-BE49-F238E27FC236}">
                <a16:creationId xmlns:a16="http://schemas.microsoft.com/office/drawing/2014/main" id="{7641EE2C-3609-917C-CCCC-39A5BEBF0A4B}"/>
              </a:ext>
            </a:extLst>
          </p:cNvPr>
          <p:cNvPicPr>
            <a:picLocks noChangeAspect="1"/>
          </p:cNvPicPr>
          <p:nvPr/>
        </p:nvPicPr>
        <p:blipFill>
          <a:blip r:embed="rId7"/>
          <a:stretch>
            <a:fillRect/>
          </a:stretch>
        </p:blipFill>
        <p:spPr>
          <a:xfrm>
            <a:off x="6111250" y="2748651"/>
            <a:ext cx="1616436" cy="2793135"/>
          </a:xfrm>
          <a:prstGeom prst="rect">
            <a:avLst/>
          </a:prstGeom>
        </p:spPr>
      </p:pic>
      <p:pic>
        <p:nvPicPr>
          <p:cNvPr id="17" name="Image 16">
            <a:extLst>
              <a:ext uri="{FF2B5EF4-FFF2-40B4-BE49-F238E27FC236}">
                <a16:creationId xmlns:a16="http://schemas.microsoft.com/office/drawing/2014/main" id="{8251FA79-11FC-EA14-74DC-2A3AFFC165DD}"/>
              </a:ext>
            </a:extLst>
          </p:cNvPr>
          <p:cNvPicPr>
            <a:picLocks noChangeAspect="1"/>
          </p:cNvPicPr>
          <p:nvPr/>
        </p:nvPicPr>
        <p:blipFill>
          <a:blip r:embed="rId8"/>
          <a:stretch>
            <a:fillRect/>
          </a:stretch>
        </p:blipFill>
        <p:spPr>
          <a:xfrm>
            <a:off x="7829519" y="3192972"/>
            <a:ext cx="4134042" cy="2254669"/>
          </a:xfrm>
          <a:prstGeom prst="rect">
            <a:avLst/>
          </a:prstGeom>
        </p:spPr>
      </p:pic>
      <p:cxnSp>
        <p:nvCxnSpPr>
          <p:cNvPr id="21" name="Connecteur droit 20">
            <a:extLst>
              <a:ext uri="{FF2B5EF4-FFF2-40B4-BE49-F238E27FC236}">
                <a16:creationId xmlns:a16="http://schemas.microsoft.com/office/drawing/2014/main" id="{1244D230-6F9A-0048-4E71-22FD788B2DB4}"/>
              </a:ext>
            </a:extLst>
          </p:cNvPr>
          <p:cNvCxnSpPr/>
          <p:nvPr/>
        </p:nvCxnSpPr>
        <p:spPr>
          <a:xfrm>
            <a:off x="5971032" y="2202862"/>
            <a:ext cx="0" cy="4399106"/>
          </a:xfrm>
          <a:prstGeom prst="line">
            <a:avLst/>
          </a:prstGeom>
          <a:ln w="76200">
            <a:solidFill>
              <a:schemeClr val="tx1"/>
            </a:solidFill>
          </a:ln>
        </p:spPr>
        <p:style>
          <a:lnRef idx="1">
            <a:schemeClr val="dk1"/>
          </a:lnRef>
          <a:fillRef idx="0">
            <a:schemeClr val="dk1"/>
          </a:fillRef>
          <a:effectRef idx="0">
            <a:schemeClr val="dk1"/>
          </a:effectRef>
          <a:fontRef idx="minor">
            <a:schemeClr val="tx1"/>
          </a:fontRef>
        </p:style>
      </p:cxnSp>
      <p:sp>
        <p:nvSpPr>
          <p:cNvPr id="8" name="ZoneTexte 7">
            <a:extLst>
              <a:ext uri="{FF2B5EF4-FFF2-40B4-BE49-F238E27FC236}">
                <a16:creationId xmlns:a16="http://schemas.microsoft.com/office/drawing/2014/main" id="{099738C7-F817-7414-61A3-7FFE04A3BEA3}"/>
              </a:ext>
            </a:extLst>
          </p:cNvPr>
          <p:cNvSpPr txBox="1"/>
          <p:nvPr/>
        </p:nvSpPr>
        <p:spPr>
          <a:xfrm>
            <a:off x="112908" y="5541786"/>
            <a:ext cx="559804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buFont typeface="Arial" panose="020B0604020202020204" pitchFamily="34" charset="0"/>
              <a:buChar char="•"/>
            </a:pPr>
            <a:r>
              <a:rPr lang="fr-FR" sz="1600" dirty="0">
                <a:latin typeface="Montserrat Light" panose="00000400000000000000" pitchFamily="2" charset="0"/>
              </a:rPr>
              <a:t>Fort positionnement suivi de chantier / équipes </a:t>
            </a:r>
          </a:p>
          <a:p>
            <a:pPr marL="285750" lvl="0" indent="-285750">
              <a:buFont typeface="Arial" panose="020B0604020202020204" pitchFamily="34" charset="0"/>
              <a:buChar char="•"/>
            </a:pPr>
            <a:r>
              <a:rPr lang="fr-FR" sz="1600" dirty="0">
                <a:latin typeface="Montserrat Light" panose="00000400000000000000" pitchFamily="2" charset="0"/>
              </a:rPr>
              <a:t>Planning et gestion des heures structurés </a:t>
            </a:r>
          </a:p>
          <a:p>
            <a:pPr marL="285750" lvl="0" indent="-285750">
              <a:buFont typeface="Arial" panose="020B0604020202020204" pitchFamily="34" charset="0"/>
              <a:buChar char="•"/>
            </a:pPr>
            <a:r>
              <a:rPr lang="fr-FR" sz="1600" dirty="0">
                <a:latin typeface="Montserrat Light" panose="00000400000000000000" pitchFamily="2" charset="0"/>
              </a:rPr>
              <a:t>Application terrain simple </a:t>
            </a:r>
          </a:p>
        </p:txBody>
      </p:sp>
      <p:sp>
        <p:nvSpPr>
          <p:cNvPr id="12" name="ZoneTexte 11">
            <a:extLst>
              <a:ext uri="{FF2B5EF4-FFF2-40B4-BE49-F238E27FC236}">
                <a16:creationId xmlns:a16="http://schemas.microsoft.com/office/drawing/2014/main" id="{5F278E35-FF94-D881-8939-981D08393271}"/>
              </a:ext>
            </a:extLst>
          </p:cNvPr>
          <p:cNvSpPr txBox="1"/>
          <p:nvPr/>
        </p:nvSpPr>
        <p:spPr>
          <a:xfrm>
            <a:off x="6111250" y="5495178"/>
            <a:ext cx="559804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buFont typeface="Arial" panose="020B0604020202020204" pitchFamily="34" charset="0"/>
              <a:buChar char="•"/>
            </a:pPr>
            <a:r>
              <a:rPr lang="fr-FR" sz="1600" dirty="0">
                <a:latin typeface="Montserrat Light" panose="00000400000000000000" pitchFamily="2" charset="0"/>
              </a:rPr>
              <a:t>Forte orientation terrain </a:t>
            </a:r>
          </a:p>
          <a:p>
            <a:pPr marL="285750" lvl="0" indent="-285750">
              <a:buFont typeface="Arial" panose="020B0604020202020204" pitchFamily="34" charset="0"/>
              <a:buChar char="•"/>
            </a:pPr>
            <a:r>
              <a:rPr lang="fr-FR" sz="1600" dirty="0">
                <a:latin typeface="Montserrat Light" panose="00000400000000000000" pitchFamily="2" charset="0"/>
              </a:rPr>
              <a:t>Formulaires et remontées chantiers flexibles </a:t>
            </a:r>
          </a:p>
          <a:p>
            <a:pPr marL="285750" lvl="0" indent="-285750">
              <a:buFont typeface="Arial" panose="020B0604020202020204" pitchFamily="34" charset="0"/>
              <a:buChar char="•"/>
            </a:pPr>
            <a:r>
              <a:rPr lang="fr-FR" sz="1600" dirty="0">
                <a:latin typeface="Montserrat Light" panose="00000400000000000000" pitchFamily="2" charset="0"/>
              </a:rPr>
              <a:t>Bon potentiel d'intégration et d'automatisation</a:t>
            </a:r>
          </a:p>
        </p:txBody>
      </p:sp>
    </p:spTree>
    <p:extLst>
      <p:ext uri="{BB962C8B-B14F-4D97-AF65-F5344CB8AC3E}">
        <p14:creationId xmlns:p14="http://schemas.microsoft.com/office/powerpoint/2010/main" val="886036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37EE2-1A97-30D9-1416-DA2C8D56AAF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65AEF149-084C-CD5B-E192-8C9BF276AC85}"/>
              </a:ext>
            </a:extLst>
          </p:cNvPr>
          <p:cNvSpPr txBox="1"/>
          <p:nvPr/>
        </p:nvSpPr>
        <p:spPr>
          <a:xfrm>
            <a:off x="416179" y="1985163"/>
            <a:ext cx="5428439" cy="1477328"/>
          </a:xfrm>
          <a:prstGeom prst="rect">
            <a:avLst/>
          </a:prstGeom>
          <a:noFill/>
        </p:spPr>
        <p:txBody>
          <a:bodyPr wrap="square" lIns="91440" tIns="45720" rIns="91440" bIns="45720" rtlCol="0" anchor="t">
            <a:spAutoFit/>
          </a:bodyPr>
          <a:lstStyle/>
          <a:p>
            <a:r>
              <a:rPr lang="fr-FR" sz="4500" b="1" dirty="0">
                <a:solidFill>
                  <a:schemeClr val="bg1"/>
                </a:solidFill>
                <a:latin typeface="Montserrat Black"/>
              </a:rPr>
              <a:t>SUITE DE LA MISSION</a:t>
            </a:r>
          </a:p>
        </p:txBody>
      </p:sp>
    </p:spTree>
    <p:extLst>
      <p:ext uri="{BB962C8B-B14F-4D97-AF65-F5344CB8AC3E}">
        <p14:creationId xmlns:p14="http://schemas.microsoft.com/office/powerpoint/2010/main" val="2831987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10CF8-491C-C9A6-2176-53660FEBA95D}"/>
            </a:ext>
          </a:extLst>
        </p:cNvPr>
        <p:cNvGrpSpPr/>
        <p:nvPr/>
      </p:nvGrpSpPr>
      <p:grpSpPr>
        <a:xfrm>
          <a:off x="0" y="0"/>
          <a:ext cx="0" cy="0"/>
          <a:chOff x="0" y="0"/>
          <a:chExt cx="0" cy="0"/>
        </a:xfrm>
      </p:grpSpPr>
      <p:sp>
        <p:nvSpPr>
          <p:cNvPr id="4" name="ZoneTexte 7">
            <a:extLst>
              <a:ext uri="{FF2B5EF4-FFF2-40B4-BE49-F238E27FC236}">
                <a16:creationId xmlns:a16="http://schemas.microsoft.com/office/drawing/2014/main" id="{F9964A55-886D-BFA9-62F8-B4264696F859}"/>
              </a:ext>
            </a:extLst>
          </p:cNvPr>
          <p:cNvSpPr txBox="1"/>
          <p:nvPr/>
        </p:nvSpPr>
        <p:spPr>
          <a:xfrm>
            <a:off x="568788" y="671909"/>
            <a:ext cx="10110612" cy="684162"/>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b="1" cap="all" dirty="0">
                <a:solidFill>
                  <a:srgbClr val="E4003A"/>
                </a:solidFill>
                <a:latin typeface="Montserrat Light"/>
              </a:rPr>
              <a:t>SUITE DE LA MISSION</a:t>
            </a:r>
            <a:endParaRPr lang="fr-FR" sz="3500" b="1" cap="all" noProof="0" dirty="0">
              <a:solidFill>
                <a:srgbClr val="E4003A"/>
              </a:solidFill>
              <a:latin typeface="Montserrat Black" panose="00000A00000000000000" pitchFamily="2" charset="0"/>
            </a:endParaRPr>
          </a:p>
        </p:txBody>
      </p:sp>
      <p:sp>
        <p:nvSpPr>
          <p:cNvPr id="5" name="ZoneTexte 4">
            <a:extLst>
              <a:ext uri="{FF2B5EF4-FFF2-40B4-BE49-F238E27FC236}">
                <a16:creationId xmlns:a16="http://schemas.microsoft.com/office/drawing/2014/main" id="{103BBC46-0E35-E976-35BA-1D2E4D2771D9}"/>
              </a:ext>
            </a:extLst>
          </p:cNvPr>
          <p:cNvSpPr txBox="1"/>
          <p:nvPr/>
        </p:nvSpPr>
        <p:spPr>
          <a:xfrm>
            <a:off x="482549" y="2014155"/>
            <a:ext cx="11477803"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fr-FR" sz="1600" b="1" noProof="0" dirty="0">
                <a:solidFill>
                  <a:srgbClr val="E4003A"/>
                </a:solidFill>
                <a:latin typeface="Montserrat Light"/>
                <a:ea typeface="+mn-lt"/>
                <a:cs typeface="+mn-lt"/>
              </a:rPr>
              <a:t>Finaliser cahier des charges : </a:t>
            </a:r>
          </a:p>
          <a:p>
            <a:pPr fontAlgn="base"/>
            <a:r>
              <a:rPr lang="fr-FR" sz="1600" b="1" noProof="0" dirty="0">
                <a:latin typeface="Montserrat Light"/>
              </a:rPr>
              <a:t>Fiteco</a:t>
            </a:r>
            <a:r>
              <a:rPr lang="fr-FR" sz="1600" noProof="0" dirty="0">
                <a:latin typeface="Montserrat Light"/>
              </a:rPr>
              <a:t> devra finaliser le cahier des charges selon vos retours du jour.</a:t>
            </a:r>
          </a:p>
          <a:p>
            <a:endParaRPr lang="fr-FR" sz="1600" b="1" noProof="0" dirty="0">
              <a:solidFill>
                <a:srgbClr val="E4003A"/>
              </a:solidFill>
              <a:latin typeface="Montserrat Light"/>
              <a:ea typeface="+mn-lt"/>
              <a:cs typeface="+mn-lt"/>
            </a:endParaRPr>
          </a:p>
          <a:p>
            <a:r>
              <a:rPr lang="fr-FR" sz="1600" b="1" dirty="0">
                <a:solidFill>
                  <a:srgbClr val="E4003A"/>
                </a:solidFill>
                <a:latin typeface="Montserrat Light"/>
                <a:ea typeface="+mn-lt"/>
                <a:cs typeface="+mn-lt"/>
              </a:rPr>
              <a:t>Validation cahier des charges </a:t>
            </a:r>
            <a:r>
              <a:rPr lang="fr-FR" sz="1600" b="1" noProof="0" dirty="0">
                <a:solidFill>
                  <a:srgbClr val="E4003A"/>
                </a:solidFill>
                <a:latin typeface="Montserrat Light"/>
                <a:ea typeface="+mn-lt"/>
                <a:cs typeface="+mn-lt"/>
              </a:rPr>
              <a:t>: </a:t>
            </a:r>
            <a:endParaRPr lang="fr-FR" sz="1600" noProof="0" dirty="0">
              <a:solidFill>
                <a:srgbClr val="E4003A"/>
              </a:solidFill>
              <a:latin typeface="Montserrat Light"/>
              <a:ea typeface="+mn-lt"/>
              <a:cs typeface="+mn-lt"/>
            </a:endParaRPr>
          </a:p>
          <a:p>
            <a:r>
              <a:rPr lang="fr-FR" sz="1600" b="1" dirty="0" err="1">
                <a:latin typeface="Montserrat Light"/>
                <a:ea typeface="+mn-lt"/>
                <a:cs typeface="+mn-lt"/>
              </a:rPr>
              <a:t>Trifault</a:t>
            </a:r>
            <a:r>
              <a:rPr lang="fr-FR" sz="1600" dirty="0">
                <a:latin typeface="Montserrat Light"/>
                <a:ea typeface="+mn-lt"/>
                <a:cs typeface="+mn-lt"/>
              </a:rPr>
              <a:t> devra valider ce dernier avant envoi.</a:t>
            </a:r>
            <a:endParaRPr lang="fr-FR" sz="1600" noProof="0" dirty="0">
              <a:latin typeface="Montserrat Light"/>
              <a:ea typeface="+mn-lt"/>
              <a:cs typeface="+mn-lt"/>
            </a:endParaRPr>
          </a:p>
          <a:p>
            <a:endParaRPr lang="fr-FR" sz="1600" noProof="0" dirty="0">
              <a:latin typeface="Montserrat Light"/>
              <a:ea typeface="+mn-lt"/>
              <a:cs typeface="+mn-lt"/>
            </a:endParaRPr>
          </a:p>
          <a:p>
            <a:r>
              <a:rPr lang="fr-FR" sz="1600" b="1" noProof="0" dirty="0">
                <a:solidFill>
                  <a:srgbClr val="E4003A"/>
                </a:solidFill>
                <a:latin typeface="Montserrat Light"/>
                <a:ea typeface="+mn-lt"/>
                <a:cs typeface="+mn-lt"/>
              </a:rPr>
              <a:t>Envoi des él</a:t>
            </a:r>
            <a:r>
              <a:rPr lang="fr-FR" sz="1600" b="1" dirty="0" err="1">
                <a:solidFill>
                  <a:srgbClr val="E4003A"/>
                </a:solidFill>
                <a:latin typeface="Montserrat Light"/>
                <a:ea typeface="+mn-lt"/>
                <a:cs typeface="+mn-lt"/>
              </a:rPr>
              <a:t>éments</a:t>
            </a:r>
            <a:r>
              <a:rPr lang="fr-FR" sz="1600" b="1" dirty="0">
                <a:solidFill>
                  <a:srgbClr val="E4003A"/>
                </a:solidFill>
                <a:latin typeface="Montserrat Light"/>
                <a:ea typeface="+mn-lt"/>
                <a:cs typeface="+mn-lt"/>
              </a:rPr>
              <a:t> aux éditeurs</a:t>
            </a:r>
            <a:r>
              <a:rPr lang="fr-FR" sz="1600" b="1" noProof="0" dirty="0">
                <a:solidFill>
                  <a:srgbClr val="E4003A"/>
                </a:solidFill>
                <a:latin typeface="Montserrat Light"/>
                <a:ea typeface="+mn-lt"/>
                <a:cs typeface="+mn-lt"/>
              </a:rPr>
              <a:t> : </a:t>
            </a:r>
            <a:endParaRPr lang="fr-FR" sz="1600" noProof="0" dirty="0">
              <a:solidFill>
                <a:srgbClr val="E4003A"/>
              </a:solidFill>
              <a:latin typeface="Montserrat Light"/>
              <a:ea typeface="+mn-lt"/>
              <a:cs typeface="+mn-lt"/>
            </a:endParaRPr>
          </a:p>
          <a:p>
            <a:r>
              <a:rPr lang="fr-FR" sz="1600" b="1" dirty="0">
                <a:latin typeface="Montserrat Light"/>
                <a:ea typeface="+mn-lt"/>
                <a:cs typeface="+mn-lt"/>
              </a:rPr>
              <a:t>Fiteco</a:t>
            </a:r>
            <a:r>
              <a:rPr lang="fr-FR" sz="1600" dirty="0">
                <a:latin typeface="Montserrat Light"/>
                <a:ea typeface="+mn-lt"/>
                <a:cs typeface="+mn-lt"/>
              </a:rPr>
              <a:t> envoie le CDC, les matrices, les scénarios de test aux éditeurs et détermine avec eux une sélection de dates pour démonstration auprès de </a:t>
            </a:r>
            <a:r>
              <a:rPr lang="fr-FR" sz="1600" dirty="0" err="1">
                <a:latin typeface="Montserrat Light"/>
                <a:ea typeface="+mn-lt"/>
                <a:cs typeface="+mn-lt"/>
              </a:rPr>
              <a:t>Trifault</a:t>
            </a:r>
            <a:r>
              <a:rPr lang="fr-FR" sz="1600" dirty="0">
                <a:latin typeface="Montserrat Light"/>
                <a:ea typeface="+mn-lt"/>
                <a:cs typeface="+mn-lt"/>
              </a:rPr>
              <a:t>.</a:t>
            </a:r>
            <a:endParaRPr lang="fr-FR" sz="1600" noProof="0" dirty="0">
              <a:latin typeface="Montserrat Light"/>
              <a:ea typeface="+mn-lt"/>
              <a:cs typeface="+mn-lt"/>
            </a:endParaRPr>
          </a:p>
          <a:p>
            <a:endParaRPr lang="fr-FR" sz="1600" noProof="0" dirty="0">
              <a:latin typeface="Montserrat" panose="00000500000000000000" pitchFamily="2" charset="0"/>
              <a:ea typeface="Calibri" panose="020F0502020204030204"/>
              <a:cs typeface="Calibri" panose="020F0502020204030204"/>
            </a:endParaRPr>
          </a:p>
          <a:p>
            <a:r>
              <a:rPr lang="fr-FR" sz="1600" b="1" dirty="0">
                <a:solidFill>
                  <a:srgbClr val="E4003A"/>
                </a:solidFill>
                <a:latin typeface="Montserrat Light"/>
                <a:ea typeface="+mn-lt"/>
                <a:cs typeface="+mn-lt"/>
              </a:rPr>
              <a:t>Étude restitution des éléments</a:t>
            </a:r>
            <a:r>
              <a:rPr lang="fr-FR" sz="1600" b="1" noProof="0" dirty="0">
                <a:solidFill>
                  <a:srgbClr val="E4003A"/>
                </a:solidFill>
                <a:latin typeface="Montserrat Light"/>
                <a:ea typeface="+mn-lt"/>
                <a:cs typeface="+mn-lt"/>
              </a:rPr>
              <a:t> : </a:t>
            </a:r>
            <a:endParaRPr lang="fr-FR" sz="1600" noProof="0" dirty="0">
              <a:solidFill>
                <a:srgbClr val="E4003A"/>
              </a:solidFill>
              <a:latin typeface="Montserrat Light"/>
              <a:ea typeface="+mn-lt"/>
              <a:cs typeface="+mn-lt"/>
            </a:endParaRPr>
          </a:p>
          <a:p>
            <a:r>
              <a:rPr lang="fr-FR" sz="1600" b="1" noProof="0" dirty="0">
                <a:latin typeface="Montserrat Light"/>
                <a:ea typeface="+mn-lt"/>
                <a:cs typeface="+mn-lt"/>
              </a:rPr>
              <a:t>Fiteco et </a:t>
            </a:r>
            <a:r>
              <a:rPr lang="fr-FR" sz="1600" b="1" noProof="0" dirty="0" err="1">
                <a:latin typeface="Montserrat Light"/>
                <a:ea typeface="+mn-lt"/>
                <a:cs typeface="+mn-lt"/>
              </a:rPr>
              <a:t>Trifault</a:t>
            </a:r>
            <a:r>
              <a:rPr lang="fr-FR" sz="1600" b="1" noProof="0" dirty="0">
                <a:latin typeface="Montserrat Light"/>
                <a:ea typeface="+mn-lt"/>
                <a:cs typeface="+mn-lt"/>
              </a:rPr>
              <a:t> </a:t>
            </a:r>
            <a:r>
              <a:rPr lang="fr-FR" sz="1600" noProof="0" dirty="0">
                <a:latin typeface="Montserrat Light"/>
                <a:ea typeface="+mn-lt"/>
                <a:cs typeface="+mn-lt"/>
              </a:rPr>
              <a:t>étudient </a:t>
            </a:r>
            <a:r>
              <a:rPr lang="fr-FR" sz="1600" dirty="0">
                <a:latin typeface="Montserrat Light"/>
                <a:ea typeface="+mn-lt"/>
                <a:cs typeface="+mn-lt"/>
              </a:rPr>
              <a:t>les éléments retournés par les éditeurs, matrice, réponse écrite.</a:t>
            </a:r>
          </a:p>
          <a:p>
            <a:endParaRPr lang="fr-FR" sz="1600" noProof="0" dirty="0">
              <a:latin typeface="Montserrat Light"/>
              <a:ea typeface="+mn-lt"/>
              <a:cs typeface="+mn-lt"/>
            </a:endParaRPr>
          </a:p>
          <a:p>
            <a:r>
              <a:rPr lang="fr-FR" sz="1600" b="1" dirty="0">
                <a:solidFill>
                  <a:srgbClr val="E4003A"/>
                </a:solidFill>
                <a:latin typeface="Montserrat Light"/>
                <a:ea typeface="+mn-lt"/>
                <a:cs typeface="+mn-lt"/>
              </a:rPr>
              <a:t>Démonstration solutions : </a:t>
            </a:r>
            <a:endParaRPr lang="fr-FR" sz="1600" dirty="0">
              <a:solidFill>
                <a:srgbClr val="E4003A"/>
              </a:solidFill>
              <a:latin typeface="Montserrat Light"/>
              <a:ea typeface="+mn-lt"/>
              <a:cs typeface="+mn-lt"/>
            </a:endParaRPr>
          </a:p>
          <a:p>
            <a:r>
              <a:rPr lang="fr-FR" sz="1600" b="1" noProof="0" dirty="0">
                <a:latin typeface="Montserrat Light" panose="00000400000000000000" pitchFamily="2" charset="0"/>
                <a:ea typeface="Calibri" panose="020F0502020204030204"/>
                <a:cs typeface="Calibri" panose="020F0502020204030204"/>
              </a:rPr>
              <a:t>Les éditeurs </a:t>
            </a:r>
            <a:r>
              <a:rPr lang="fr-FR" sz="1600" noProof="0" dirty="0">
                <a:latin typeface="Montserrat Light" panose="00000400000000000000" pitchFamily="2" charset="0"/>
                <a:ea typeface="Calibri" panose="020F0502020204030204"/>
                <a:cs typeface="Calibri" panose="020F0502020204030204"/>
              </a:rPr>
              <a:t>présentent leur solution et un ou plusieurs scénarios proposés par </a:t>
            </a:r>
            <a:r>
              <a:rPr lang="fr-FR" sz="1600" noProof="0" dirty="0" err="1">
                <a:latin typeface="Montserrat Light" panose="00000400000000000000" pitchFamily="2" charset="0"/>
                <a:ea typeface="Calibri" panose="020F0502020204030204"/>
                <a:cs typeface="Calibri" panose="020F0502020204030204"/>
              </a:rPr>
              <a:t>Trifault</a:t>
            </a:r>
            <a:r>
              <a:rPr lang="fr-FR" sz="1600" noProof="0" dirty="0">
                <a:latin typeface="Montserrat Light" panose="00000400000000000000" pitchFamily="2" charset="0"/>
                <a:ea typeface="Calibri" panose="020F0502020204030204"/>
                <a:cs typeface="Calibri" panose="020F0502020204030204"/>
              </a:rPr>
              <a:t> </a:t>
            </a:r>
            <a:r>
              <a:rPr lang="fr-FR" sz="1600" dirty="0">
                <a:latin typeface="Montserrat Light"/>
                <a:ea typeface="+mn-lt"/>
                <a:cs typeface="+mn-lt"/>
              </a:rPr>
              <a:t>(la présence des collaborateurs présents ce jour serait appréciée)</a:t>
            </a:r>
            <a:r>
              <a:rPr lang="fr-FR" sz="1600" dirty="0">
                <a:latin typeface="Montserrat Light" panose="00000400000000000000" pitchFamily="2" charset="0"/>
                <a:ea typeface="Calibri" panose="020F0502020204030204"/>
                <a:cs typeface="Calibri" panose="020F0502020204030204"/>
              </a:rPr>
              <a:t>.</a:t>
            </a:r>
          </a:p>
          <a:p>
            <a:endParaRPr lang="fr-FR" sz="1600" noProof="0" dirty="0">
              <a:latin typeface="Montserrat Light" panose="00000400000000000000" pitchFamily="2" charset="0"/>
              <a:ea typeface="Calibri" panose="020F0502020204030204"/>
              <a:cs typeface="Calibri" panose="020F0502020204030204"/>
            </a:endParaRPr>
          </a:p>
          <a:p>
            <a:r>
              <a:rPr lang="fr-FR" sz="1600" b="1" dirty="0">
                <a:solidFill>
                  <a:srgbClr val="E4003A"/>
                </a:solidFill>
                <a:latin typeface="Montserrat Light"/>
                <a:ea typeface="+mn-lt"/>
                <a:cs typeface="+mn-lt"/>
              </a:rPr>
              <a:t>Choix de la solution :</a:t>
            </a:r>
          </a:p>
          <a:p>
            <a:r>
              <a:rPr lang="fr-FR" sz="1600" b="1" dirty="0" err="1">
                <a:latin typeface="Montserrat Light" panose="00000400000000000000" pitchFamily="2" charset="0"/>
                <a:ea typeface="Calibri" panose="020F0502020204030204"/>
                <a:cs typeface="Calibri" panose="020F0502020204030204"/>
              </a:rPr>
              <a:t>Trifault</a:t>
            </a:r>
            <a:r>
              <a:rPr lang="fr-FR" sz="1600" b="1" dirty="0">
                <a:latin typeface="Montserrat Light" panose="00000400000000000000" pitchFamily="2" charset="0"/>
                <a:ea typeface="Calibri" panose="020F0502020204030204"/>
                <a:cs typeface="Calibri" panose="020F0502020204030204"/>
              </a:rPr>
              <a:t> </a:t>
            </a:r>
            <a:r>
              <a:rPr lang="fr-FR" sz="1600" dirty="0">
                <a:latin typeface="Montserrat Light" panose="00000400000000000000" pitchFamily="2" charset="0"/>
                <a:ea typeface="Calibri" panose="020F0502020204030204"/>
                <a:cs typeface="Calibri" panose="020F0502020204030204"/>
              </a:rPr>
              <a:t>sélectionne une solution.</a:t>
            </a:r>
            <a:endParaRPr lang="fr-FR" noProof="0" dirty="0">
              <a:ea typeface="Calibri" panose="020F0502020204030204"/>
              <a:cs typeface="Calibri" panose="020F0502020204030204"/>
            </a:endParaRPr>
          </a:p>
        </p:txBody>
      </p:sp>
      <p:sp>
        <p:nvSpPr>
          <p:cNvPr id="6" name="ZoneTexte 5">
            <a:extLst>
              <a:ext uri="{FF2B5EF4-FFF2-40B4-BE49-F238E27FC236}">
                <a16:creationId xmlns:a16="http://schemas.microsoft.com/office/drawing/2014/main" id="{0FC9DA1F-91D4-F3F9-AF34-B90AB331DA15}"/>
              </a:ext>
            </a:extLst>
          </p:cNvPr>
          <p:cNvSpPr txBox="1"/>
          <p:nvPr/>
        </p:nvSpPr>
        <p:spPr>
          <a:xfrm>
            <a:off x="568788" y="1644823"/>
            <a:ext cx="7657213" cy="369332"/>
          </a:xfrm>
          <a:prstGeom prst="rect">
            <a:avLst/>
          </a:prstGeom>
          <a:noFill/>
        </p:spPr>
        <p:txBody>
          <a:bodyPr wrap="square" lIns="91440" tIns="45720" rIns="91440" bIns="45720" anchor="t">
            <a:spAutoFit/>
          </a:bodyPr>
          <a:lstStyle/>
          <a:p>
            <a:r>
              <a:rPr lang="fr-FR" b="1" dirty="0">
                <a:solidFill>
                  <a:srgbClr val="E4003A"/>
                </a:solidFill>
                <a:latin typeface="Montserrat"/>
              </a:rPr>
              <a:t>Après notre point de ce jour</a:t>
            </a:r>
            <a:endParaRPr lang="fr-FR" b="1" noProof="0" dirty="0">
              <a:solidFill>
                <a:srgbClr val="E4003A"/>
              </a:solidFill>
              <a:latin typeface="Montserrat"/>
            </a:endParaRPr>
          </a:p>
        </p:txBody>
      </p:sp>
    </p:spTree>
    <p:extLst>
      <p:ext uri="{BB962C8B-B14F-4D97-AF65-F5344CB8AC3E}">
        <p14:creationId xmlns:p14="http://schemas.microsoft.com/office/powerpoint/2010/main" val="3225591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E8720-B06D-7FD7-3DE9-68A053051EDC}"/>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1D58DF11-56A7-70B0-5B20-80074FF305E3}"/>
              </a:ext>
            </a:extLst>
          </p:cNvPr>
          <p:cNvSpPr txBox="1"/>
          <p:nvPr/>
        </p:nvSpPr>
        <p:spPr>
          <a:xfrm>
            <a:off x="416179" y="1985163"/>
            <a:ext cx="5679821" cy="784830"/>
          </a:xfrm>
          <a:prstGeom prst="rect">
            <a:avLst/>
          </a:prstGeom>
          <a:noFill/>
        </p:spPr>
        <p:txBody>
          <a:bodyPr wrap="square" lIns="91440" tIns="45720" rIns="91440" bIns="45720" rtlCol="0" anchor="t">
            <a:spAutoFit/>
          </a:bodyPr>
          <a:lstStyle/>
          <a:p>
            <a:r>
              <a:rPr lang="fr-FR" sz="4500" b="1" dirty="0">
                <a:solidFill>
                  <a:schemeClr val="bg1"/>
                </a:solidFill>
                <a:latin typeface="Montserrat Black"/>
              </a:rPr>
              <a:t>SUITE DU PROJET</a:t>
            </a:r>
          </a:p>
        </p:txBody>
      </p:sp>
    </p:spTree>
    <p:extLst>
      <p:ext uri="{BB962C8B-B14F-4D97-AF65-F5344CB8AC3E}">
        <p14:creationId xmlns:p14="http://schemas.microsoft.com/office/powerpoint/2010/main" val="879041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4E352-6569-18A2-CE85-DAE34C42E349}"/>
            </a:ext>
          </a:extLst>
        </p:cNvPr>
        <p:cNvGrpSpPr/>
        <p:nvPr/>
      </p:nvGrpSpPr>
      <p:grpSpPr>
        <a:xfrm>
          <a:off x="0" y="0"/>
          <a:ext cx="0" cy="0"/>
          <a:chOff x="0" y="0"/>
          <a:chExt cx="0" cy="0"/>
        </a:xfrm>
      </p:grpSpPr>
      <p:sp>
        <p:nvSpPr>
          <p:cNvPr id="4" name="ZoneTexte 7">
            <a:extLst>
              <a:ext uri="{FF2B5EF4-FFF2-40B4-BE49-F238E27FC236}">
                <a16:creationId xmlns:a16="http://schemas.microsoft.com/office/drawing/2014/main" id="{465FAB7A-96AE-C2D6-F1FB-128116B4A443}"/>
              </a:ext>
            </a:extLst>
          </p:cNvPr>
          <p:cNvSpPr txBox="1"/>
          <p:nvPr/>
        </p:nvSpPr>
        <p:spPr>
          <a:xfrm>
            <a:off x="568788" y="671909"/>
            <a:ext cx="10110612" cy="684162"/>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000"/>
              </a:lnSpc>
            </a:pPr>
            <a:r>
              <a:rPr lang="fr-FR" sz="3500" b="1" cap="all" dirty="0">
                <a:solidFill>
                  <a:srgbClr val="E4003A"/>
                </a:solidFill>
                <a:latin typeface="Montserrat Light"/>
              </a:rPr>
              <a:t>Suite du projet</a:t>
            </a:r>
            <a:endParaRPr lang="fr-FR" sz="3500" b="1" cap="all" noProof="0" dirty="0">
              <a:solidFill>
                <a:srgbClr val="E4003A"/>
              </a:solidFill>
              <a:latin typeface="Montserrat Black" panose="00000A00000000000000" pitchFamily="2" charset="0"/>
            </a:endParaRPr>
          </a:p>
        </p:txBody>
      </p:sp>
      <p:sp>
        <p:nvSpPr>
          <p:cNvPr id="5" name="ZoneTexte 4">
            <a:extLst>
              <a:ext uri="{FF2B5EF4-FFF2-40B4-BE49-F238E27FC236}">
                <a16:creationId xmlns:a16="http://schemas.microsoft.com/office/drawing/2014/main" id="{E1C7A844-68C6-E1FF-F220-761A60F8B36A}"/>
              </a:ext>
            </a:extLst>
          </p:cNvPr>
          <p:cNvSpPr txBox="1"/>
          <p:nvPr/>
        </p:nvSpPr>
        <p:spPr>
          <a:xfrm>
            <a:off x="400253" y="2256650"/>
            <a:ext cx="11450371"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fontAlgn="base"/>
            <a:r>
              <a:rPr lang="fr-FR" sz="1600" b="1" dirty="0">
                <a:solidFill>
                  <a:srgbClr val="E4003A"/>
                </a:solidFill>
                <a:latin typeface="Montserrat Light"/>
                <a:ea typeface="+mn-lt"/>
                <a:cs typeface="+mn-lt"/>
              </a:rPr>
              <a:t>Paramétrage</a:t>
            </a:r>
            <a:r>
              <a:rPr lang="fr-FR" sz="1600" b="1" noProof="0" dirty="0">
                <a:solidFill>
                  <a:srgbClr val="E4003A"/>
                </a:solidFill>
                <a:latin typeface="Montserrat Light"/>
                <a:ea typeface="+mn-lt"/>
                <a:cs typeface="+mn-lt"/>
              </a:rPr>
              <a:t> de la solution : </a:t>
            </a:r>
          </a:p>
          <a:p>
            <a:pPr fontAlgn="base"/>
            <a:r>
              <a:rPr lang="fr-FR" sz="1600" dirty="0">
                <a:latin typeface="Montserrat Light"/>
              </a:rPr>
              <a:t>Les différents référentiels et paramétrages des chantiers devront être intégrés à la solution.</a:t>
            </a:r>
            <a:endParaRPr lang="fr-FR" sz="1600" noProof="0" dirty="0">
              <a:latin typeface="Montserrat Light"/>
            </a:endParaRPr>
          </a:p>
          <a:p>
            <a:endParaRPr lang="fr-FR" sz="1600" b="1" noProof="0" dirty="0">
              <a:solidFill>
                <a:srgbClr val="E4003A"/>
              </a:solidFill>
              <a:latin typeface="Montserrat Light"/>
              <a:ea typeface="+mn-lt"/>
              <a:cs typeface="+mn-lt"/>
            </a:endParaRPr>
          </a:p>
          <a:p>
            <a:r>
              <a:rPr lang="fr-FR" sz="1600" b="1" dirty="0">
                <a:solidFill>
                  <a:srgbClr val="E4003A"/>
                </a:solidFill>
                <a:latin typeface="Montserrat Light"/>
                <a:ea typeface="+mn-lt"/>
                <a:cs typeface="+mn-lt"/>
              </a:rPr>
              <a:t>Déploiement partiel de la solution </a:t>
            </a:r>
            <a:r>
              <a:rPr lang="fr-FR" sz="1600" b="1" noProof="0" dirty="0">
                <a:solidFill>
                  <a:srgbClr val="E4003A"/>
                </a:solidFill>
                <a:latin typeface="Montserrat Light"/>
                <a:ea typeface="+mn-lt"/>
                <a:cs typeface="+mn-lt"/>
              </a:rPr>
              <a:t>: </a:t>
            </a:r>
            <a:endParaRPr lang="fr-FR" sz="1600" noProof="0" dirty="0">
              <a:solidFill>
                <a:srgbClr val="E4003A"/>
              </a:solidFill>
              <a:latin typeface="Montserrat Light"/>
              <a:ea typeface="+mn-lt"/>
              <a:cs typeface="+mn-lt"/>
            </a:endParaRPr>
          </a:p>
          <a:p>
            <a:r>
              <a:rPr lang="fr-FR" sz="1600" noProof="0" dirty="0">
                <a:latin typeface="Montserrat Light"/>
                <a:ea typeface="+mn-lt"/>
                <a:cs typeface="+mn-lt"/>
              </a:rPr>
              <a:t>La solution devra être déployée </a:t>
            </a:r>
            <a:r>
              <a:rPr lang="fr-FR" sz="1600" dirty="0">
                <a:latin typeface="Montserrat Light"/>
                <a:ea typeface="+mn-lt"/>
                <a:cs typeface="+mn-lt"/>
              </a:rPr>
              <a:t>auprès d’une sélection de collaborateurs afin de valider les paramétrages et l’utilisation en condition réelle.</a:t>
            </a:r>
            <a:endParaRPr lang="fr-FR" sz="1600" noProof="0" dirty="0">
              <a:latin typeface="Montserrat Light"/>
              <a:ea typeface="+mn-lt"/>
              <a:cs typeface="+mn-lt"/>
            </a:endParaRPr>
          </a:p>
          <a:p>
            <a:endParaRPr lang="fr-FR" sz="1600" noProof="0" dirty="0">
              <a:latin typeface="Montserrat Light"/>
              <a:ea typeface="+mn-lt"/>
              <a:cs typeface="+mn-lt"/>
            </a:endParaRPr>
          </a:p>
          <a:p>
            <a:r>
              <a:rPr lang="fr-FR" sz="1600" b="1" noProof="0" dirty="0">
                <a:solidFill>
                  <a:srgbClr val="E4003A"/>
                </a:solidFill>
                <a:latin typeface="Montserrat Light"/>
                <a:ea typeface="+mn-lt"/>
                <a:cs typeface="+mn-lt"/>
              </a:rPr>
              <a:t>Formation : </a:t>
            </a:r>
            <a:endParaRPr lang="fr-FR" sz="1600" noProof="0" dirty="0">
              <a:solidFill>
                <a:srgbClr val="E4003A"/>
              </a:solidFill>
              <a:latin typeface="Montserrat Light"/>
              <a:ea typeface="+mn-lt"/>
              <a:cs typeface="+mn-lt"/>
            </a:endParaRPr>
          </a:p>
          <a:p>
            <a:r>
              <a:rPr lang="fr-FR" sz="1600" dirty="0">
                <a:latin typeface="Montserrat Light"/>
                <a:ea typeface="+mn-lt"/>
                <a:cs typeface="+mn-lt"/>
              </a:rPr>
              <a:t>La formation sur l’utilisation de l’outil devra se faire auprès d’une sélection de collaborateurs en mesure de former </a:t>
            </a:r>
            <a:r>
              <a:rPr lang="fr-FR" sz="1600" dirty="0" err="1">
                <a:latin typeface="Montserrat Light"/>
                <a:ea typeface="+mn-lt"/>
                <a:cs typeface="+mn-lt"/>
              </a:rPr>
              <a:t>eux-même</a:t>
            </a:r>
            <a:r>
              <a:rPr lang="fr-FR" sz="1600" dirty="0">
                <a:latin typeface="Montserrat Light"/>
                <a:ea typeface="+mn-lt"/>
                <a:cs typeface="+mn-lt"/>
              </a:rPr>
              <a:t> les autres collaborateurs.</a:t>
            </a:r>
            <a:endParaRPr lang="fr-FR" sz="1600" noProof="0" dirty="0">
              <a:latin typeface="Montserrat Light"/>
              <a:ea typeface="+mn-lt"/>
              <a:cs typeface="+mn-lt"/>
            </a:endParaRPr>
          </a:p>
          <a:p>
            <a:endParaRPr lang="fr-FR" sz="1600" noProof="0" dirty="0">
              <a:latin typeface="Montserrat" panose="00000500000000000000" pitchFamily="2" charset="0"/>
              <a:ea typeface="Calibri" panose="020F0502020204030204"/>
              <a:cs typeface="Calibri" panose="020F0502020204030204"/>
            </a:endParaRPr>
          </a:p>
          <a:p>
            <a:r>
              <a:rPr lang="fr-FR" sz="1600" b="1" dirty="0">
                <a:solidFill>
                  <a:srgbClr val="E4003A"/>
                </a:solidFill>
                <a:latin typeface="Montserrat Light"/>
                <a:ea typeface="+mn-lt"/>
                <a:cs typeface="+mn-lt"/>
              </a:rPr>
              <a:t>Déploiement général</a:t>
            </a:r>
            <a:r>
              <a:rPr lang="fr-FR" sz="1600" b="1" noProof="0" dirty="0">
                <a:solidFill>
                  <a:srgbClr val="E4003A"/>
                </a:solidFill>
                <a:latin typeface="Montserrat Light"/>
                <a:ea typeface="+mn-lt"/>
                <a:cs typeface="+mn-lt"/>
              </a:rPr>
              <a:t> de la solution : </a:t>
            </a:r>
            <a:endParaRPr lang="fr-FR" sz="1600" noProof="0" dirty="0">
              <a:solidFill>
                <a:srgbClr val="E4003A"/>
              </a:solidFill>
              <a:latin typeface="Montserrat Light"/>
              <a:ea typeface="+mn-lt"/>
              <a:cs typeface="+mn-lt"/>
            </a:endParaRPr>
          </a:p>
          <a:p>
            <a:r>
              <a:rPr lang="fr-FR" sz="1600" dirty="0">
                <a:latin typeface="Montserrat Light"/>
                <a:ea typeface="+mn-lt"/>
                <a:cs typeface="+mn-lt"/>
              </a:rPr>
              <a:t>La solution sera mise à disposition de l’intégralité des collaborateurs.</a:t>
            </a:r>
          </a:p>
          <a:p>
            <a:endParaRPr lang="fr-FR" sz="1600" noProof="0" dirty="0">
              <a:latin typeface="Montserrat Light"/>
              <a:ea typeface="+mn-lt"/>
              <a:cs typeface="+mn-lt"/>
            </a:endParaRPr>
          </a:p>
          <a:p>
            <a:r>
              <a:rPr lang="fr-FR" sz="1600" b="1" noProof="0" dirty="0">
                <a:solidFill>
                  <a:srgbClr val="E4003A"/>
                </a:solidFill>
                <a:latin typeface="Montserrat Light"/>
                <a:ea typeface="+mn-lt"/>
                <a:cs typeface="+mn-lt"/>
              </a:rPr>
              <a:t>Accompagnement :</a:t>
            </a:r>
          </a:p>
          <a:p>
            <a:r>
              <a:rPr lang="fr-FR" sz="1600" noProof="0" dirty="0">
                <a:latin typeface="Montserrat Light"/>
                <a:ea typeface="+mn-lt"/>
                <a:cs typeface="+mn-lt"/>
              </a:rPr>
              <a:t>Un accompagnement structuré sera mis en place au début de la mise en service, accompagnement qui s’allègera dans le temps avec la montée en autonomie de </a:t>
            </a:r>
            <a:r>
              <a:rPr lang="fr-FR" sz="1600" noProof="0" dirty="0" err="1">
                <a:latin typeface="Montserrat Light"/>
                <a:ea typeface="+mn-lt"/>
                <a:cs typeface="+mn-lt"/>
              </a:rPr>
              <a:t>Trifault</a:t>
            </a:r>
            <a:r>
              <a:rPr lang="fr-FR" sz="1600" noProof="0" dirty="0">
                <a:latin typeface="Montserrat Light"/>
                <a:ea typeface="+mn-lt"/>
                <a:cs typeface="+mn-lt"/>
              </a:rPr>
              <a:t>.</a:t>
            </a:r>
          </a:p>
          <a:p>
            <a:endParaRPr lang="fr-FR" sz="1600" noProof="0" dirty="0">
              <a:latin typeface="Montserrat" panose="00000500000000000000" pitchFamily="2" charset="0"/>
              <a:ea typeface="Calibri" panose="020F0502020204030204"/>
              <a:cs typeface="Calibri" panose="020F0502020204030204"/>
            </a:endParaRPr>
          </a:p>
          <a:p>
            <a:pPr algn="ctr"/>
            <a:endParaRPr lang="fr-FR" noProof="0" dirty="0">
              <a:ea typeface="Calibri" panose="020F0502020204030204"/>
              <a:cs typeface="Calibri" panose="020F0502020204030204"/>
            </a:endParaRPr>
          </a:p>
        </p:txBody>
      </p:sp>
      <p:sp>
        <p:nvSpPr>
          <p:cNvPr id="6" name="ZoneTexte 5">
            <a:extLst>
              <a:ext uri="{FF2B5EF4-FFF2-40B4-BE49-F238E27FC236}">
                <a16:creationId xmlns:a16="http://schemas.microsoft.com/office/drawing/2014/main" id="{DECA9867-CBAB-3E31-7AFD-91779EA0F7A7}"/>
              </a:ext>
            </a:extLst>
          </p:cNvPr>
          <p:cNvSpPr txBox="1"/>
          <p:nvPr/>
        </p:nvSpPr>
        <p:spPr>
          <a:xfrm>
            <a:off x="568788" y="1887318"/>
            <a:ext cx="7657213" cy="369332"/>
          </a:xfrm>
          <a:prstGeom prst="rect">
            <a:avLst/>
          </a:prstGeom>
          <a:noFill/>
        </p:spPr>
        <p:txBody>
          <a:bodyPr wrap="square" lIns="91440" tIns="45720" rIns="91440" bIns="45720" anchor="t">
            <a:spAutoFit/>
          </a:bodyPr>
          <a:lstStyle/>
          <a:p>
            <a:r>
              <a:rPr lang="fr-FR" b="1" dirty="0">
                <a:solidFill>
                  <a:srgbClr val="E4003A"/>
                </a:solidFill>
                <a:latin typeface="Montserrat"/>
              </a:rPr>
              <a:t>Et après ?</a:t>
            </a:r>
            <a:endParaRPr lang="fr-FR" b="1" noProof="0" dirty="0">
              <a:solidFill>
                <a:srgbClr val="E4003A"/>
              </a:solidFill>
              <a:latin typeface="Montserrat"/>
            </a:endParaRPr>
          </a:p>
        </p:txBody>
      </p:sp>
    </p:spTree>
    <p:extLst>
      <p:ext uri="{BB962C8B-B14F-4D97-AF65-F5344CB8AC3E}">
        <p14:creationId xmlns:p14="http://schemas.microsoft.com/office/powerpoint/2010/main" val="610954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F04F5-4227-3765-AB22-9026DBD79878}"/>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0B9255D-3331-340C-717F-E78F1C9C7DA3}"/>
              </a:ext>
            </a:extLst>
          </p:cNvPr>
          <p:cNvSpPr txBox="1"/>
          <p:nvPr/>
        </p:nvSpPr>
        <p:spPr>
          <a:xfrm>
            <a:off x="4375436" y="2399942"/>
            <a:ext cx="5679821" cy="784830"/>
          </a:xfrm>
          <a:prstGeom prst="rect">
            <a:avLst/>
          </a:prstGeom>
          <a:noFill/>
        </p:spPr>
        <p:txBody>
          <a:bodyPr wrap="square" lIns="91440" tIns="45720" rIns="91440" bIns="45720" rtlCol="0" anchor="t">
            <a:spAutoFit/>
          </a:bodyPr>
          <a:lstStyle/>
          <a:p>
            <a:r>
              <a:rPr lang="fr-FR" sz="4500" b="1" dirty="0">
                <a:solidFill>
                  <a:schemeClr val="bg1"/>
                </a:solidFill>
                <a:latin typeface="Montserrat Black"/>
              </a:rPr>
              <a:t>MERCI !</a:t>
            </a:r>
          </a:p>
        </p:txBody>
      </p:sp>
    </p:spTree>
    <p:extLst>
      <p:ext uri="{BB962C8B-B14F-4D97-AF65-F5344CB8AC3E}">
        <p14:creationId xmlns:p14="http://schemas.microsoft.com/office/powerpoint/2010/main" val="307820191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23c0c3b-866b-46e3-9113-0e3ecec58753">
      <Terms xmlns="http://schemas.microsoft.com/office/infopath/2007/PartnerControls"/>
    </lcf76f155ced4ddcb4097134ff3c332f>
    <TaxCatchAll xmlns="6aa2a5f3-aeae-4e8b-8110-d9a74112b47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490752535B2145B60AC42CC533684E" ma:contentTypeVersion="14" ma:contentTypeDescription="Crée un document." ma:contentTypeScope="" ma:versionID="d76fac2f27cc72cee1ddb2e9087b9e49">
  <xsd:schema xmlns:xsd="http://www.w3.org/2001/XMLSchema" xmlns:xs="http://www.w3.org/2001/XMLSchema" xmlns:p="http://schemas.microsoft.com/office/2006/metadata/properties" xmlns:ns2="e23c0c3b-866b-46e3-9113-0e3ecec58753" xmlns:ns3="6aa2a5f3-aeae-4e8b-8110-d9a74112b474" targetNamespace="http://schemas.microsoft.com/office/2006/metadata/properties" ma:root="true" ma:fieldsID="67da5232136ab967f77596f63f89577d" ns2:_="" ns3:_="">
    <xsd:import namespace="e23c0c3b-866b-46e3-9113-0e3ecec58753"/>
    <xsd:import namespace="6aa2a5f3-aeae-4e8b-8110-d9a74112b47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3c0c3b-866b-46e3-9113-0e3ecec587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lcf76f155ced4ddcb4097134ff3c332f" ma:index="18" nillable="true" ma:taxonomy="true" ma:internalName="lcf76f155ced4ddcb4097134ff3c332f" ma:taxonomyFieldName="MediaServiceImageTags" ma:displayName="Balises d’images" ma:readOnly="false" ma:fieldId="{5cf76f15-5ced-4ddc-b409-7134ff3c332f}" ma:taxonomyMulti="true" ma:sspId="06365550-1475-44c7-8023-49d1dec3ea8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aa2a5f3-aeae-4e8b-8110-d9a74112b474"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9" nillable="true" ma:displayName="Taxonomy Catch All Column" ma:hidden="true" ma:list="{1d68a00e-8cf2-41b9-8da5-b5fc8a1d9921}" ma:internalName="TaxCatchAll" ma:showField="CatchAllData" ma:web="6aa2a5f3-aeae-4e8b-8110-d9a74112b4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EE322D-1A38-4A4D-865E-0E62E3EA7857}">
  <ds:schemaRefs>
    <ds:schemaRef ds:uri="http://schemas.microsoft.com/office/2006/metadata/properties"/>
    <ds:schemaRef ds:uri="http://schemas.openxmlformats.org/package/2006/metadata/core-properties"/>
    <ds:schemaRef ds:uri="http://schemas.microsoft.com/office/2006/documentManagement/types"/>
    <ds:schemaRef ds:uri="http://purl.org/dc/terms/"/>
    <ds:schemaRef ds:uri="http://purl.org/dc/elements/1.1/"/>
    <ds:schemaRef ds:uri="http://www.w3.org/XML/1998/namespace"/>
    <ds:schemaRef ds:uri="6aa2a5f3-aeae-4e8b-8110-d9a74112b474"/>
    <ds:schemaRef ds:uri="http://schemas.microsoft.com/office/infopath/2007/PartnerControls"/>
    <ds:schemaRef ds:uri="e23c0c3b-866b-46e3-9113-0e3ecec58753"/>
    <ds:schemaRef ds:uri="http://purl.org/dc/dcmitype/"/>
  </ds:schemaRefs>
</ds:datastoreItem>
</file>

<file path=customXml/itemProps2.xml><?xml version="1.0" encoding="utf-8"?>
<ds:datastoreItem xmlns:ds="http://schemas.openxmlformats.org/officeDocument/2006/customXml" ds:itemID="{6AD613EB-4C20-4097-96EA-C4CA365DA9DB}">
  <ds:schemaRefs>
    <ds:schemaRef ds:uri="http://schemas.microsoft.com/sharepoint/v3/contenttype/forms"/>
  </ds:schemaRefs>
</ds:datastoreItem>
</file>

<file path=customXml/itemProps3.xml><?xml version="1.0" encoding="utf-8"?>
<ds:datastoreItem xmlns:ds="http://schemas.openxmlformats.org/officeDocument/2006/customXml" ds:itemID="{0072DEB2-E3A7-4B66-A738-EA5D653E8BB6}">
  <ds:schemaRefs>
    <ds:schemaRef ds:uri="6aa2a5f3-aeae-4e8b-8110-d9a74112b474"/>
    <ds:schemaRef ds:uri="e23c0c3b-866b-46e3-9113-0e3ecec5875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292</TotalTime>
  <Words>858</Words>
  <Application>Microsoft Office PowerPoint</Application>
  <PresentationFormat>Grand écran</PresentationFormat>
  <Paragraphs>192</Paragraphs>
  <Slides>21</Slides>
  <Notes>21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21</vt:i4>
      </vt:variant>
    </vt:vector>
  </HeadingPairs>
  <TitlesOfParts>
    <vt:vector size="31" baseType="lpstr">
      <vt:lpstr>Aptos</vt:lpstr>
      <vt:lpstr>Arial</vt:lpstr>
      <vt:lpstr>Calibri</vt:lpstr>
      <vt:lpstr>Calibri Light</vt:lpstr>
      <vt:lpstr>Montserrat</vt:lpstr>
      <vt:lpstr>Montserrat Black</vt:lpstr>
      <vt:lpstr>Montserrat Bold</vt:lpstr>
      <vt:lpstr>Montserrat ExtraBold</vt:lpstr>
      <vt:lpstr>Montserrat Light</vt:lpstr>
      <vt:lpstr>Thème Office</vt:lpstr>
      <vt:lpstr>Dématérialisation du suivi de chantier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JOUBERT Laura</dc:creator>
  <cp:lastModifiedBy>GAIGNARD Stéphane</cp:lastModifiedBy>
  <cp:revision>73</cp:revision>
  <cp:lastPrinted>2025-11-18T15:09:49Z</cp:lastPrinted>
  <dcterms:created xsi:type="dcterms:W3CDTF">2021-11-04T08:31:49Z</dcterms:created>
  <dcterms:modified xsi:type="dcterms:W3CDTF">2026-09-21T15:30:32Z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0x010100F8490752535B2145B60AC42CC533684E</vt:lpwstr>
  </property>
  <property fmtid="{D5CDD505-2E9C-101B-9397-08002B2CF9AE}" pid="3" name="MediaServiceImageTags">
    <vt:lpwstr/>
  </property>
</Properties>
</file>